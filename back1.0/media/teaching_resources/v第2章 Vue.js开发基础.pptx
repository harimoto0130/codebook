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221"/>
  </p:handoutMasterIdLst>
  <p:sldIdLst>
    <p:sldId id="325" r:id="rId4"/>
    <p:sldId id="1129" r:id="rId6"/>
    <p:sldId id="1281" r:id="rId7"/>
    <p:sldId id="1431" r:id="rId8"/>
    <p:sldId id="328" r:id="rId9"/>
    <p:sldId id="1146" r:id="rId10"/>
    <p:sldId id="1437" r:id="rId11"/>
    <p:sldId id="309" r:id="rId12"/>
    <p:sldId id="1422" r:id="rId13"/>
    <p:sldId id="1446" r:id="rId14"/>
    <p:sldId id="1447" r:id="rId15"/>
    <p:sldId id="1461" r:id="rId16"/>
    <p:sldId id="1450" r:id="rId17"/>
    <p:sldId id="1451" r:id="rId18"/>
    <p:sldId id="1452" r:id="rId19"/>
    <p:sldId id="1453" r:id="rId20"/>
    <p:sldId id="1454" r:id="rId21"/>
    <p:sldId id="1455" r:id="rId22"/>
    <p:sldId id="1456" r:id="rId23"/>
    <p:sldId id="1438" r:id="rId24"/>
    <p:sldId id="1423" r:id="rId25"/>
    <p:sldId id="1459" r:id="rId26"/>
    <p:sldId id="1460" r:id="rId27"/>
    <p:sldId id="1462" r:id="rId28"/>
    <p:sldId id="1463" r:id="rId29"/>
    <p:sldId id="1464" r:id="rId30"/>
    <p:sldId id="1468" r:id="rId31"/>
    <p:sldId id="1465" r:id="rId32"/>
    <p:sldId id="1466" r:id="rId33"/>
    <p:sldId id="1467" r:id="rId34"/>
    <p:sldId id="1469" r:id="rId35"/>
    <p:sldId id="1470" r:id="rId36"/>
    <p:sldId id="1472" r:id="rId37"/>
    <p:sldId id="1471" r:id="rId38"/>
    <p:sldId id="1473" r:id="rId39"/>
    <p:sldId id="1457" r:id="rId40"/>
    <p:sldId id="1474" r:id="rId41"/>
    <p:sldId id="1475" r:id="rId42"/>
    <p:sldId id="1477" r:id="rId43"/>
    <p:sldId id="1478" r:id="rId44"/>
    <p:sldId id="1479" r:id="rId45"/>
    <p:sldId id="1480" r:id="rId46"/>
    <p:sldId id="1481" r:id="rId47"/>
    <p:sldId id="1482" r:id="rId48"/>
    <p:sldId id="1483" r:id="rId49"/>
    <p:sldId id="1484" r:id="rId50"/>
    <p:sldId id="1485" r:id="rId51"/>
    <p:sldId id="1486" r:id="rId52"/>
    <p:sldId id="1487" r:id="rId53"/>
    <p:sldId id="1488" r:id="rId54"/>
    <p:sldId id="1489" r:id="rId55"/>
    <p:sldId id="1490" r:id="rId56"/>
    <p:sldId id="1491" r:id="rId57"/>
    <p:sldId id="1492" r:id="rId58"/>
    <p:sldId id="1493" r:id="rId59"/>
    <p:sldId id="1494" r:id="rId60"/>
    <p:sldId id="1495" r:id="rId61"/>
    <p:sldId id="1439" r:id="rId62"/>
    <p:sldId id="1424" r:id="rId63"/>
    <p:sldId id="1496" r:id="rId64"/>
    <p:sldId id="1497" r:id="rId65"/>
    <p:sldId id="1498" r:id="rId66"/>
    <p:sldId id="1499" r:id="rId67"/>
    <p:sldId id="1500" r:id="rId68"/>
    <p:sldId id="1501" r:id="rId69"/>
    <p:sldId id="1502" r:id="rId70"/>
    <p:sldId id="1503" r:id="rId71"/>
    <p:sldId id="1504" r:id="rId72"/>
    <p:sldId id="1425" r:id="rId73"/>
    <p:sldId id="1506" r:id="rId74"/>
    <p:sldId id="1507" r:id="rId75"/>
    <p:sldId id="1508" r:id="rId76"/>
    <p:sldId id="1509" r:id="rId77"/>
    <p:sldId id="1426" r:id="rId78"/>
    <p:sldId id="1510" r:id="rId79"/>
    <p:sldId id="1511" r:id="rId80"/>
    <p:sldId id="1512" r:id="rId81"/>
    <p:sldId id="1513" r:id="rId82"/>
    <p:sldId id="1427" r:id="rId83"/>
    <p:sldId id="1514" r:id="rId84"/>
    <p:sldId id="1518" r:id="rId85"/>
    <p:sldId id="1519" r:id="rId86"/>
    <p:sldId id="1515" r:id="rId87"/>
    <p:sldId id="1516" r:id="rId88"/>
    <p:sldId id="1517" r:id="rId89"/>
    <p:sldId id="1520" r:id="rId90"/>
    <p:sldId id="1521" r:id="rId91"/>
    <p:sldId id="1522" r:id="rId92"/>
    <p:sldId id="1524" r:id="rId93"/>
    <p:sldId id="1525" r:id="rId94"/>
    <p:sldId id="1523" r:id="rId95"/>
    <p:sldId id="1526" r:id="rId96"/>
    <p:sldId id="1428" r:id="rId97"/>
    <p:sldId id="1527" r:id="rId98"/>
    <p:sldId id="1528" r:id="rId99"/>
    <p:sldId id="1536" r:id="rId100"/>
    <p:sldId id="1529" r:id="rId101"/>
    <p:sldId id="1530" r:id="rId102"/>
    <p:sldId id="1531" r:id="rId103"/>
    <p:sldId id="1537" r:id="rId104"/>
    <p:sldId id="1532" r:id="rId105"/>
    <p:sldId id="1533" r:id="rId106"/>
    <p:sldId id="1534" r:id="rId107"/>
    <p:sldId id="1535" r:id="rId108"/>
    <p:sldId id="1538" r:id="rId109"/>
    <p:sldId id="1429" r:id="rId110"/>
    <p:sldId id="1539" r:id="rId111"/>
    <p:sldId id="1540" r:id="rId112"/>
    <p:sldId id="1541" r:id="rId113"/>
    <p:sldId id="1542" r:id="rId114"/>
    <p:sldId id="1543" r:id="rId115"/>
    <p:sldId id="1544" r:id="rId116"/>
    <p:sldId id="1545" r:id="rId117"/>
    <p:sldId id="1546" r:id="rId118"/>
    <p:sldId id="1547" r:id="rId119"/>
    <p:sldId id="1548" r:id="rId120"/>
    <p:sldId id="1549" r:id="rId121"/>
    <p:sldId id="1550" r:id="rId122"/>
    <p:sldId id="1440" r:id="rId123"/>
    <p:sldId id="1430" r:id="rId124"/>
    <p:sldId id="1551" r:id="rId125"/>
    <p:sldId id="1552" r:id="rId126"/>
    <p:sldId id="1553" r:id="rId127"/>
    <p:sldId id="1554" r:id="rId128"/>
    <p:sldId id="1555" r:id="rId129"/>
    <p:sldId id="1556" r:id="rId130"/>
    <p:sldId id="1557" r:id="rId131"/>
    <p:sldId id="1558" r:id="rId132"/>
    <p:sldId id="1559" r:id="rId133"/>
    <p:sldId id="1560" r:id="rId134"/>
    <p:sldId id="1561" r:id="rId135"/>
    <p:sldId id="1562" r:id="rId136"/>
    <p:sldId id="1563" r:id="rId137"/>
    <p:sldId id="1564" r:id="rId138"/>
    <p:sldId id="1441" r:id="rId139"/>
    <p:sldId id="1432" r:id="rId140"/>
    <p:sldId id="1565" r:id="rId141"/>
    <p:sldId id="1567" r:id="rId142"/>
    <p:sldId id="1566" r:id="rId143"/>
    <p:sldId id="1568" r:id="rId144"/>
    <p:sldId id="1569" r:id="rId145"/>
    <p:sldId id="1570" r:id="rId146"/>
    <p:sldId id="1571" r:id="rId147"/>
    <p:sldId id="1572" r:id="rId148"/>
    <p:sldId id="1573" r:id="rId149"/>
    <p:sldId id="1574" r:id="rId150"/>
    <p:sldId id="1575" r:id="rId151"/>
    <p:sldId id="1576" r:id="rId152"/>
    <p:sldId id="1577" r:id="rId153"/>
    <p:sldId id="1578" r:id="rId154"/>
    <p:sldId id="1442" r:id="rId155"/>
    <p:sldId id="1433" r:id="rId156"/>
    <p:sldId id="1580" r:id="rId157"/>
    <p:sldId id="1581" r:id="rId158"/>
    <p:sldId id="1579" r:id="rId159"/>
    <p:sldId id="1584" r:id="rId160"/>
    <p:sldId id="1585" r:id="rId161"/>
    <p:sldId id="1586" r:id="rId162"/>
    <p:sldId id="1589" r:id="rId163"/>
    <p:sldId id="1587" r:id="rId164"/>
    <p:sldId id="1588" r:id="rId165"/>
    <p:sldId id="1590" r:id="rId166"/>
    <p:sldId id="1443" r:id="rId167"/>
    <p:sldId id="1434" r:id="rId168"/>
    <p:sldId id="1582" r:id="rId169"/>
    <p:sldId id="1583" r:id="rId170"/>
    <p:sldId id="1591" r:id="rId171"/>
    <p:sldId id="1592" r:id="rId172"/>
    <p:sldId id="1593" r:id="rId173"/>
    <p:sldId id="1594" r:id="rId174"/>
    <p:sldId id="1595" r:id="rId175"/>
    <p:sldId id="1444" r:id="rId176"/>
    <p:sldId id="1435" r:id="rId177"/>
    <p:sldId id="1596" r:id="rId178"/>
    <p:sldId id="1597" r:id="rId179"/>
    <p:sldId id="1598" r:id="rId180"/>
    <p:sldId id="1599" r:id="rId181"/>
    <p:sldId id="1600" r:id="rId182"/>
    <p:sldId id="1601" r:id="rId183"/>
    <p:sldId id="1602" r:id="rId184"/>
    <p:sldId id="1603" r:id="rId185"/>
    <p:sldId id="1604" r:id="rId186"/>
    <p:sldId id="1609" r:id="rId187"/>
    <p:sldId id="1605" r:id="rId188"/>
    <p:sldId id="1610" r:id="rId189"/>
    <p:sldId id="1608" r:id="rId190"/>
    <p:sldId id="1606" r:id="rId191"/>
    <p:sldId id="1611" r:id="rId192"/>
    <p:sldId id="1612" r:id="rId193"/>
    <p:sldId id="1614" r:id="rId194"/>
    <p:sldId id="1616" r:id="rId195"/>
    <p:sldId id="1618" r:id="rId196"/>
    <p:sldId id="1619" r:id="rId197"/>
    <p:sldId id="1436" r:id="rId198"/>
    <p:sldId id="1620" r:id="rId199"/>
    <p:sldId id="1621" r:id="rId200"/>
    <p:sldId id="1627" r:id="rId201"/>
    <p:sldId id="1622" r:id="rId202"/>
    <p:sldId id="1628" r:id="rId203"/>
    <p:sldId id="1623" r:id="rId204"/>
    <p:sldId id="1624" r:id="rId205"/>
    <p:sldId id="1625" r:id="rId206"/>
    <p:sldId id="1629" r:id="rId207"/>
    <p:sldId id="1630" r:id="rId208"/>
    <p:sldId id="1631" r:id="rId209"/>
    <p:sldId id="1632" r:id="rId210"/>
    <p:sldId id="1445" r:id="rId211"/>
    <p:sldId id="1633" r:id="rId212"/>
    <p:sldId id="1634" r:id="rId213"/>
    <p:sldId id="1635" r:id="rId214"/>
    <p:sldId id="1637" r:id="rId215"/>
    <p:sldId id="1636" r:id="rId216"/>
    <p:sldId id="1638" r:id="rId217"/>
    <p:sldId id="1639" r:id="rId218"/>
    <p:sldId id="1416" r:id="rId219"/>
    <p:sldId id="1417" r:id="rId220"/>
  </p:sldIdLst>
  <p:sldSz cx="12190095" cy="6859270"/>
  <p:notesSz cx="6858000" cy="9144000"/>
  <p:custDataLst>
    <p:tags r:id="rId226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1" userDrawn="1">
          <p15:clr>
            <a:srgbClr val="A4A3A4"/>
          </p15:clr>
        </p15:guide>
        <p15:guide id="2" pos="301" userDrawn="1">
          <p15:clr>
            <a:srgbClr val="A4A3A4"/>
          </p15:clr>
        </p15:guide>
        <p15:guide id="3" pos="642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zq" initials="lzq" lastIdx="3" clrIdx="0"/>
  <p:cmAuthor id="2" name="zrd" initials="W用" lastIdx="12" clrIdx="1"/>
  <p:cmAuthor id="3" name="wangzhe" initials="wz" lastIdx="4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FFFFF"/>
    <a:srgbClr val="1369B3"/>
    <a:srgbClr val="71A5D1"/>
    <a:srgbClr val="F2F2F2"/>
    <a:srgbClr val="EBAD13"/>
    <a:srgbClr val="BBBBBB"/>
    <a:srgbClr val="FAFAFA"/>
    <a:srgbClr val="006B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36" autoAdjust="0"/>
    <p:restoredTop sz="95974" autoAdjust="0"/>
  </p:normalViewPr>
  <p:slideViewPr>
    <p:cSldViewPr showGuides="1">
      <p:cViewPr varScale="1">
        <p:scale>
          <a:sx n="111" d="100"/>
          <a:sy n="111" d="100"/>
        </p:scale>
        <p:origin x="408" y="102"/>
      </p:cViewPr>
      <p:guideLst>
        <p:guide orient="horz" pos="4321"/>
        <p:guide pos="301"/>
        <p:guide pos="6425"/>
      </p:guideLst>
    </p:cSldViewPr>
  </p:slideViewPr>
  <p:outlineViewPr>
    <p:cViewPr>
      <p:scale>
        <a:sx n="33" d="100"/>
        <a:sy n="33" d="100"/>
      </p:scale>
      <p:origin x="0" y="-12102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5.xml"/><Relationship Id="rId98" Type="http://schemas.openxmlformats.org/officeDocument/2006/relationships/slide" Target="slides/slide94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6" Type="http://schemas.openxmlformats.org/officeDocument/2006/relationships/tags" Target="tags/tag84.xml"/><Relationship Id="rId225" Type="http://schemas.openxmlformats.org/officeDocument/2006/relationships/commentAuthors" Target="commentAuthors.xml"/><Relationship Id="rId224" Type="http://schemas.openxmlformats.org/officeDocument/2006/relationships/tableStyles" Target="tableStyles.xml"/><Relationship Id="rId223" Type="http://schemas.openxmlformats.org/officeDocument/2006/relationships/viewProps" Target="viewProps.xml"/><Relationship Id="rId222" Type="http://schemas.openxmlformats.org/officeDocument/2006/relationships/presProps" Target="presProps.xml"/><Relationship Id="rId221" Type="http://schemas.openxmlformats.org/officeDocument/2006/relationships/handoutMaster" Target="handoutMasters/handoutMaster1.xml"/><Relationship Id="rId220" Type="http://schemas.openxmlformats.org/officeDocument/2006/relationships/slide" Target="slides/slide216.xml"/><Relationship Id="rId22" Type="http://schemas.openxmlformats.org/officeDocument/2006/relationships/slide" Target="slides/slide18.xml"/><Relationship Id="rId219" Type="http://schemas.openxmlformats.org/officeDocument/2006/relationships/slide" Target="slides/slide215.xml"/><Relationship Id="rId218" Type="http://schemas.openxmlformats.org/officeDocument/2006/relationships/slide" Target="slides/slide214.xml"/><Relationship Id="rId217" Type="http://schemas.openxmlformats.org/officeDocument/2006/relationships/slide" Target="slides/slide213.xml"/><Relationship Id="rId216" Type="http://schemas.openxmlformats.org/officeDocument/2006/relationships/slide" Target="slides/slide212.xml"/><Relationship Id="rId215" Type="http://schemas.openxmlformats.org/officeDocument/2006/relationships/slide" Target="slides/slide211.xml"/><Relationship Id="rId214" Type="http://schemas.openxmlformats.org/officeDocument/2006/relationships/slide" Target="slides/slide210.xml"/><Relationship Id="rId213" Type="http://schemas.openxmlformats.org/officeDocument/2006/relationships/slide" Target="slides/slide209.xml"/><Relationship Id="rId212" Type="http://schemas.openxmlformats.org/officeDocument/2006/relationships/slide" Target="slides/slide208.xml"/><Relationship Id="rId211" Type="http://schemas.openxmlformats.org/officeDocument/2006/relationships/slide" Target="slides/slide207.xml"/><Relationship Id="rId210" Type="http://schemas.openxmlformats.org/officeDocument/2006/relationships/slide" Target="slides/slide206.xml"/><Relationship Id="rId21" Type="http://schemas.openxmlformats.org/officeDocument/2006/relationships/slide" Target="slides/slide17.xml"/><Relationship Id="rId209" Type="http://schemas.openxmlformats.org/officeDocument/2006/relationships/slide" Target="slides/slide205.xml"/><Relationship Id="rId208" Type="http://schemas.openxmlformats.org/officeDocument/2006/relationships/slide" Target="slides/slide204.xml"/><Relationship Id="rId207" Type="http://schemas.openxmlformats.org/officeDocument/2006/relationships/slide" Target="slides/slide203.xml"/><Relationship Id="rId206" Type="http://schemas.openxmlformats.org/officeDocument/2006/relationships/slide" Target="slides/slide202.xml"/><Relationship Id="rId205" Type="http://schemas.openxmlformats.org/officeDocument/2006/relationships/slide" Target="slides/slide201.xml"/><Relationship Id="rId204" Type="http://schemas.openxmlformats.org/officeDocument/2006/relationships/slide" Target="slides/slide200.xml"/><Relationship Id="rId203" Type="http://schemas.openxmlformats.org/officeDocument/2006/relationships/slide" Target="slides/slide199.xml"/><Relationship Id="rId202" Type="http://schemas.openxmlformats.org/officeDocument/2006/relationships/slide" Target="slides/slide198.xml"/><Relationship Id="rId201" Type="http://schemas.openxmlformats.org/officeDocument/2006/relationships/slide" Target="slides/slide197.xml"/><Relationship Id="rId200" Type="http://schemas.openxmlformats.org/officeDocument/2006/relationships/slide" Target="slides/slide196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9" Type="http://schemas.openxmlformats.org/officeDocument/2006/relationships/slide" Target="slides/slide195.xml"/><Relationship Id="rId198" Type="http://schemas.openxmlformats.org/officeDocument/2006/relationships/slide" Target="slides/slide194.xml"/><Relationship Id="rId197" Type="http://schemas.openxmlformats.org/officeDocument/2006/relationships/slide" Target="slides/slide193.xml"/><Relationship Id="rId196" Type="http://schemas.openxmlformats.org/officeDocument/2006/relationships/slide" Target="slides/slide192.xml"/><Relationship Id="rId195" Type="http://schemas.openxmlformats.org/officeDocument/2006/relationships/slide" Target="slides/slide191.xml"/><Relationship Id="rId194" Type="http://schemas.openxmlformats.org/officeDocument/2006/relationships/slide" Target="slides/slide190.xml"/><Relationship Id="rId193" Type="http://schemas.openxmlformats.org/officeDocument/2006/relationships/slide" Target="slides/slide189.xml"/><Relationship Id="rId192" Type="http://schemas.openxmlformats.org/officeDocument/2006/relationships/slide" Target="slides/slide188.xml"/><Relationship Id="rId191" Type="http://schemas.openxmlformats.org/officeDocument/2006/relationships/slide" Target="slides/slide187.xml"/><Relationship Id="rId190" Type="http://schemas.openxmlformats.org/officeDocument/2006/relationships/slide" Target="slides/slide186.xml"/><Relationship Id="rId19" Type="http://schemas.openxmlformats.org/officeDocument/2006/relationships/slide" Target="slides/slide15.xml"/><Relationship Id="rId189" Type="http://schemas.openxmlformats.org/officeDocument/2006/relationships/slide" Target="slides/slide185.xml"/><Relationship Id="rId188" Type="http://schemas.openxmlformats.org/officeDocument/2006/relationships/slide" Target="slides/slide184.xml"/><Relationship Id="rId187" Type="http://schemas.openxmlformats.org/officeDocument/2006/relationships/slide" Target="slides/slide183.xml"/><Relationship Id="rId186" Type="http://schemas.openxmlformats.org/officeDocument/2006/relationships/slide" Target="slides/slide182.xml"/><Relationship Id="rId185" Type="http://schemas.openxmlformats.org/officeDocument/2006/relationships/slide" Target="slides/slide181.xml"/><Relationship Id="rId184" Type="http://schemas.openxmlformats.org/officeDocument/2006/relationships/slide" Target="slides/slide180.xml"/><Relationship Id="rId183" Type="http://schemas.openxmlformats.org/officeDocument/2006/relationships/slide" Target="slides/slide179.xml"/><Relationship Id="rId182" Type="http://schemas.openxmlformats.org/officeDocument/2006/relationships/slide" Target="slides/slide178.xml"/><Relationship Id="rId181" Type="http://schemas.openxmlformats.org/officeDocument/2006/relationships/slide" Target="slides/slide177.xml"/><Relationship Id="rId180" Type="http://schemas.openxmlformats.org/officeDocument/2006/relationships/slide" Target="slides/slide176.xml"/><Relationship Id="rId18" Type="http://schemas.openxmlformats.org/officeDocument/2006/relationships/slide" Target="slides/slide14.xml"/><Relationship Id="rId179" Type="http://schemas.openxmlformats.org/officeDocument/2006/relationships/slide" Target="slides/slide175.xml"/><Relationship Id="rId178" Type="http://schemas.openxmlformats.org/officeDocument/2006/relationships/slide" Target="slides/slide174.xml"/><Relationship Id="rId177" Type="http://schemas.openxmlformats.org/officeDocument/2006/relationships/slide" Target="slides/slide173.xml"/><Relationship Id="rId176" Type="http://schemas.openxmlformats.org/officeDocument/2006/relationships/slide" Target="slides/slide172.xml"/><Relationship Id="rId175" Type="http://schemas.openxmlformats.org/officeDocument/2006/relationships/slide" Target="slides/slide171.xml"/><Relationship Id="rId174" Type="http://schemas.openxmlformats.org/officeDocument/2006/relationships/slide" Target="slides/slide170.xml"/><Relationship Id="rId173" Type="http://schemas.openxmlformats.org/officeDocument/2006/relationships/slide" Target="slides/slide169.xml"/><Relationship Id="rId172" Type="http://schemas.openxmlformats.org/officeDocument/2006/relationships/slide" Target="slides/slide168.xml"/><Relationship Id="rId171" Type="http://schemas.openxmlformats.org/officeDocument/2006/relationships/slide" Target="slides/slide167.xml"/><Relationship Id="rId170" Type="http://schemas.openxmlformats.org/officeDocument/2006/relationships/slide" Target="slides/slide166.xml"/><Relationship Id="rId17" Type="http://schemas.openxmlformats.org/officeDocument/2006/relationships/slide" Target="slides/slide13.xml"/><Relationship Id="rId169" Type="http://schemas.openxmlformats.org/officeDocument/2006/relationships/slide" Target="slides/slide165.xml"/><Relationship Id="rId168" Type="http://schemas.openxmlformats.org/officeDocument/2006/relationships/slide" Target="slides/slide164.xml"/><Relationship Id="rId167" Type="http://schemas.openxmlformats.org/officeDocument/2006/relationships/slide" Target="slides/slide163.xml"/><Relationship Id="rId166" Type="http://schemas.openxmlformats.org/officeDocument/2006/relationships/slide" Target="slides/slide162.xml"/><Relationship Id="rId165" Type="http://schemas.openxmlformats.org/officeDocument/2006/relationships/slide" Target="slides/slide161.xml"/><Relationship Id="rId164" Type="http://schemas.openxmlformats.org/officeDocument/2006/relationships/slide" Target="slides/slide160.xml"/><Relationship Id="rId163" Type="http://schemas.openxmlformats.org/officeDocument/2006/relationships/slide" Target="slides/slide159.xml"/><Relationship Id="rId162" Type="http://schemas.openxmlformats.org/officeDocument/2006/relationships/slide" Target="slides/slide158.xml"/><Relationship Id="rId161" Type="http://schemas.openxmlformats.org/officeDocument/2006/relationships/slide" Target="slides/slide157.xml"/><Relationship Id="rId160" Type="http://schemas.openxmlformats.org/officeDocument/2006/relationships/slide" Target="slides/slide156.xml"/><Relationship Id="rId16" Type="http://schemas.openxmlformats.org/officeDocument/2006/relationships/slide" Target="slides/slide12.xml"/><Relationship Id="rId159" Type="http://schemas.openxmlformats.org/officeDocument/2006/relationships/slide" Target="slides/slide155.xml"/><Relationship Id="rId158" Type="http://schemas.openxmlformats.org/officeDocument/2006/relationships/slide" Target="slides/slide154.xml"/><Relationship Id="rId157" Type="http://schemas.openxmlformats.org/officeDocument/2006/relationships/slide" Target="slides/slide153.xml"/><Relationship Id="rId156" Type="http://schemas.openxmlformats.org/officeDocument/2006/relationships/slide" Target="slides/slide152.xml"/><Relationship Id="rId155" Type="http://schemas.openxmlformats.org/officeDocument/2006/relationships/slide" Target="slides/slide151.xml"/><Relationship Id="rId154" Type="http://schemas.openxmlformats.org/officeDocument/2006/relationships/slide" Target="slides/slide150.xml"/><Relationship Id="rId153" Type="http://schemas.openxmlformats.org/officeDocument/2006/relationships/slide" Target="slides/slide149.xml"/><Relationship Id="rId152" Type="http://schemas.openxmlformats.org/officeDocument/2006/relationships/slide" Target="slides/slide148.xml"/><Relationship Id="rId151" Type="http://schemas.openxmlformats.org/officeDocument/2006/relationships/slide" Target="slides/slide147.xml"/><Relationship Id="rId150" Type="http://schemas.openxmlformats.org/officeDocument/2006/relationships/slide" Target="slides/slide146.xml"/><Relationship Id="rId15" Type="http://schemas.openxmlformats.org/officeDocument/2006/relationships/slide" Target="slides/slide11.xml"/><Relationship Id="rId149" Type="http://schemas.openxmlformats.org/officeDocument/2006/relationships/slide" Target="slides/slide145.xml"/><Relationship Id="rId148" Type="http://schemas.openxmlformats.org/officeDocument/2006/relationships/slide" Target="slides/slide144.xml"/><Relationship Id="rId147" Type="http://schemas.openxmlformats.org/officeDocument/2006/relationships/slide" Target="slides/slide143.xml"/><Relationship Id="rId146" Type="http://schemas.openxmlformats.org/officeDocument/2006/relationships/slide" Target="slides/slide142.xml"/><Relationship Id="rId145" Type="http://schemas.openxmlformats.org/officeDocument/2006/relationships/slide" Target="slides/slide141.xml"/><Relationship Id="rId144" Type="http://schemas.openxmlformats.org/officeDocument/2006/relationships/slide" Target="slides/slide140.xml"/><Relationship Id="rId143" Type="http://schemas.openxmlformats.org/officeDocument/2006/relationships/slide" Target="slides/slide139.xml"/><Relationship Id="rId142" Type="http://schemas.openxmlformats.org/officeDocument/2006/relationships/slide" Target="slides/slide138.xml"/><Relationship Id="rId141" Type="http://schemas.openxmlformats.org/officeDocument/2006/relationships/slide" Target="slides/slide137.xml"/><Relationship Id="rId140" Type="http://schemas.openxmlformats.org/officeDocument/2006/relationships/slide" Target="slides/slide136.xml"/><Relationship Id="rId14" Type="http://schemas.openxmlformats.org/officeDocument/2006/relationships/slide" Target="slides/slide10.xml"/><Relationship Id="rId139" Type="http://schemas.openxmlformats.org/officeDocument/2006/relationships/slide" Target="slides/slide135.xml"/><Relationship Id="rId138" Type="http://schemas.openxmlformats.org/officeDocument/2006/relationships/slide" Target="slides/slide134.xml"/><Relationship Id="rId137" Type="http://schemas.openxmlformats.org/officeDocument/2006/relationships/slide" Target="slides/slide133.xml"/><Relationship Id="rId136" Type="http://schemas.openxmlformats.org/officeDocument/2006/relationships/slide" Target="slides/slide132.xml"/><Relationship Id="rId135" Type="http://schemas.openxmlformats.org/officeDocument/2006/relationships/slide" Target="slides/slide131.xml"/><Relationship Id="rId134" Type="http://schemas.openxmlformats.org/officeDocument/2006/relationships/slide" Target="slides/slide130.xml"/><Relationship Id="rId133" Type="http://schemas.openxmlformats.org/officeDocument/2006/relationships/slide" Target="slides/slide129.xml"/><Relationship Id="rId132" Type="http://schemas.openxmlformats.org/officeDocument/2006/relationships/slide" Target="slides/slide128.xml"/><Relationship Id="rId131" Type="http://schemas.openxmlformats.org/officeDocument/2006/relationships/slide" Target="slides/slide127.xml"/><Relationship Id="rId130" Type="http://schemas.openxmlformats.org/officeDocument/2006/relationships/slide" Target="slides/slide126.xml"/><Relationship Id="rId13" Type="http://schemas.openxmlformats.org/officeDocument/2006/relationships/slide" Target="slides/slide9.xml"/><Relationship Id="rId129" Type="http://schemas.openxmlformats.org/officeDocument/2006/relationships/slide" Target="slides/slide125.xml"/><Relationship Id="rId128" Type="http://schemas.openxmlformats.org/officeDocument/2006/relationships/slide" Target="slides/slide124.xml"/><Relationship Id="rId127" Type="http://schemas.openxmlformats.org/officeDocument/2006/relationships/slide" Target="slides/slide123.xml"/><Relationship Id="rId126" Type="http://schemas.openxmlformats.org/officeDocument/2006/relationships/slide" Target="slides/slide122.xml"/><Relationship Id="rId125" Type="http://schemas.openxmlformats.org/officeDocument/2006/relationships/slide" Target="slides/slide121.xml"/><Relationship Id="rId124" Type="http://schemas.openxmlformats.org/officeDocument/2006/relationships/slide" Target="slides/slide120.xml"/><Relationship Id="rId123" Type="http://schemas.openxmlformats.org/officeDocument/2006/relationships/slide" Target="slides/slide119.xml"/><Relationship Id="rId122" Type="http://schemas.openxmlformats.org/officeDocument/2006/relationships/slide" Target="slides/slide118.xml"/><Relationship Id="rId121" Type="http://schemas.openxmlformats.org/officeDocument/2006/relationships/slide" Target="slides/slide117.xml"/><Relationship Id="rId120" Type="http://schemas.openxmlformats.org/officeDocument/2006/relationships/slide" Target="slides/slide116.xml"/><Relationship Id="rId12" Type="http://schemas.openxmlformats.org/officeDocument/2006/relationships/slide" Target="slides/slide8.xml"/><Relationship Id="rId119" Type="http://schemas.openxmlformats.org/officeDocument/2006/relationships/slide" Target="slides/slide115.xml"/><Relationship Id="rId118" Type="http://schemas.openxmlformats.org/officeDocument/2006/relationships/slide" Target="slides/slide114.xml"/><Relationship Id="rId117" Type="http://schemas.openxmlformats.org/officeDocument/2006/relationships/slide" Target="slides/slide113.xml"/><Relationship Id="rId116" Type="http://schemas.openxmlformats.org/officeDocument/2006/relationships/slide" Target="slides/slide112.xml"/><Relationship Id="rId115" Type="http://schemas.openxmlformats.org/officeDocument/2006/relationships/slide" Target="slides/slide111.xml"/><Relationship Id="rId114" Type="http://schemas.openxmlformats.org/officeDocument/2006/relationships/slide" Target="slides/slide110.xml"/><Relationship Id="rId113" Type="http://schemas.openxmlformats.org/officeDocument/2006/relationships/slide" Target="slides/slide109.xml"/><Relationship Id="rId112" Type="http://schemas.openxmlformats.org/officeDocument/2006/relationships/slide" Target="slides/slide108.xml"/><Relationship Id="rId111" Type="http://schemas.openxmlformats.org/officeDocument/2006/relationships/slide" Target="slides/slide107.xml"/><Relationship Id="rId110" Type="http://schemas.openxmlformats.org/officeDocument/2006/relationships/slide" Target="slides/slide106.xml"/><Relationship Id="rId11" Type="http://schemas.openxmlformats.org/officeDocument/2006/relationships/slide" Target="slides/slide7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0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2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3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4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5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6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7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8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9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0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2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3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4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5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6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7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8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9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0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2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3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4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5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6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7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8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9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0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2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3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4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5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6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7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8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9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0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2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3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4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5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6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7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8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9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0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2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3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4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5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6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7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8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9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0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2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3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4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5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6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7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8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9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0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2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3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4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5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6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7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8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9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0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2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3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4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5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6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7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8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9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0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2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3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4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5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1" Type="http://schemas.openxmlformats.org/officeDocument/2006/relationships/tags" Target="../tags/tag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1.svg"/><Relationship Id="rId1" Type="http://schemas.openxmlformats.org/officeDocument/2006/relationships/image" Target="../media/image10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8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1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0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8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5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6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9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0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7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8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9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0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0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3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0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1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0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4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5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2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3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108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2" Type="http://schemas.openxmlformats.org/officeDocument/2006/relationships/notesSlide" Target="../notesSlides/notesSlide108.xml"/><Relationship Id="rId11" Type="http://schemas.openxmlformats.org/officeDocument/2006/relationships/slideLayout" Target="../slideLayouts/slideLayout10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0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6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4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8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9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5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0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1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6.pn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9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jpe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0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0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3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7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8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9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4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5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0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1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2.png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9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jpe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3.png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0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0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0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0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0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0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0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0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0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0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0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9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jpe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15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5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10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10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3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4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5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4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5.png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9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jpe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10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10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6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7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6.png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9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10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8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9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7.png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10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10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10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0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1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3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4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8.png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10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10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5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6.xml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7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9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10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10.xm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8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9.xm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0.xml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0.png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10.xml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1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2.xml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3.xml"/></Relationships>
</file>

<file path=ppt/slides/_rels/slide20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6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2.png"/><Relationship Id="rId1" Type="http://schemas.openxmlformats.org/officeDocument/2006/relationships/image" Target="../media/image51.emf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9.xml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2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0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3.emf"/><Relationship Id="rId1" Type="http://schemas.openxmlformats.org/officeDocument/2006/relationships/oleObject" Target="../embeddings/oleObject1.bin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10.xml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4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5.png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10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10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566815" y="2637706"/>
            <a:ext cx="7272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2</a:t>
            </a:r>
            <a:r>
              <a:rPr lang="zh-CN" altLang="en-US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章 </a:t>
            </a:r>
            <a:r>
              <a:rPr lang="en-US" altLang="zh-CN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Vue.js</a:t>
            </a:r>
            <a:r>
              <a:rPr lang="zh-CN" altLang="en-US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开发基础</a:t>
            </a:r>
            <a:endParaRPr lang="en-US" altLang="zh-CN" sz="5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4943078" y="3861842"/>
            <a:ext cx="4968552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《Vue.js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前端开发实战（第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版）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481958" y="1773610"/>
            <a:ext cx="9721080" cy="688075"/>
            <a:chOff x="978872" y="1800500"/>
            <a:chExt cx="5471124" cy="515937"/>
          </a:xfrm>
        </p:grpSpPr>
        <p:sp>
          <p:nvSpPr>
            <p:cNvPr id="14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单文件组件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，能够创建并使用单文件组件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6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481958" y="2743832"/>
            <a:ext cx="9709797" cy="685961"/>
            <a:chOff x="978872" y="2570436"/>
            <a:chExt cx="5437064" cy="514351"/>
          </a:xfrm>
        </p:grpSpPr>
        <p:sp>
          <p:nvSpPr>
            <p:cNvPr id="18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数据绑定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定义数据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并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将数据渲染到页面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中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481958" y="4679777"/>
            <a:ext cx="9698457" cy="688079"/>
            <a:chOff x="978872" y="3338787"/>
            <a:chExt cx="5437064" cy="515940"/>
          </a:xfrm>
        </p:grpSpPr>
        <p:sp>
          <p:nvSpPr>
            <p:cNvPr id="21" name="Pentagon 6"/>
            <p:cNvSpPr/>
            <p:nvPr/>
          </p:nvSpPr>
          <p:spPr bwMode="auto">
            <a:xfrm>
              <a:off x="978872" y="3338789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属性绑定指令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，能够灵活运用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v-bind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指令给目标元素的属性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动态绑定值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2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481958" y="3711377"/>
            <a:ext cx="9709797" cy="685961"/>
            <a:chOff x="978872" y="2570436"/>
            <a:chExt cx="5437064" cy="514351"/>
          </a:xfrm>
        </p:grpSpPr>
        <p:sp>
          <p:nvSpPr>
            <p:cNvPr id="32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内容渲染指令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，能够灵活运用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v-text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和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v-html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指令将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字符串渲染到页面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中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33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1481958" y="5625964"/>
            <a:ext cx="9698457" cy="688077"/>
            <a:chOff x="973227" y="3318340"/>
            <a:chExt cx="5437064" cy="515938"/>
          </a:xfrm>
        </p:grpSpPr>
        <p:sp>
          <p:nvSpPr>
            <p:cNvPr id="35" name="Pentagon 6"/>
            <p:cNvSpPr/>
            <p:nvPr/>
          </p:nvSpPr>
          <p:spPr bwMode="auto">
            <a:xfrm>
              <a:off x="973227" y="3318340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事件绑定指令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，能够灵活运用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v-on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指令给目标元素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绑定事件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36" name="MH_Others_1"/>
            <p:cNvSpPr/>
            <p:nvPr/>
          </p:nvSpPr>
          <p:spPr bwMode="auto">
            <a:xfrm>
              <a:off x="979281" y="3318340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481958" y="1774800"/>
            <a:ext cx="9721080" cy="1043089"/>
            <a:chOff x="978872" y="1713918"/>
            <a:chExt cx="5471124" cy="515937"/>
          </a:xfrm>
        </p:grpSpPr>
        <p:sp>
          <p:nvSpPr>
            <p:cNvPr id="14" name="Pentagon 3"/>
            <p:cNvSpPr/>
            <p:nvPr/>
          </p:nvSpPr>
          <p:spPr bwMode="auto">
            <a:xfrm>
              <a:off x="978872" y="1713918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双向数据绑定指令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，能够灵活运用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v-model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指令在表单元素上实现数据的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双向绑定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6" name="MH_Others_1"/>
            <p:cNvSpPr/>
            <p:nvPr/>
          </p:nvSpPr>
          <p:spPr bwMode="auto">
            <a:xfrm>
              <a:off x="985649" y="1713918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481958" y="2997746"/>
            <a:ext cx="9721080" cy="1043089"/>
            <a:chOff x="978872" y="1713918"/>
            <a:chExt cx="5471124" cy="515937"/>
          </a:xfrm>
        </p:grpSpPr>
        <p:sp>
          <p:nvSpPr>
            <p:cNvPr id="18" name="Pentagon 3"/>
            <p:cNvSpPr/>
            <p:nvPr/>
          </p:nvSpPr>
          <p:spPr bwMode="auto">
            <a:xfrm>
              <a:off x="978872" y="1713918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条件渲染指令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，能够灵活运用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v-if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v-show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指令根据不同的条件渲染不同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的标签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649" y="1713918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481958" y="4221882"/>
            <a:ext cx="9721080" cy="1043089"/>
            <a:chOff x="978872" y="1713918"/>
            <a:chExt cx="5471124" cy="515937"/>
          </a:xfrm>
        </p:grpSpPr>
        <p:sp>
          <p:nvSpPr>
            <p:cNvPr id="24" name="Pentagon 3"/>
            <p:cNvSpPr/>
            <p:nvPr/>
          </p:nvSpPr>
          <p:spPr bwMode="auto">
            <a:xfrm>
              <a:off x="978872" y="1713918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列表渲染指令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，能够灵活运用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v-for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指令将数组、对象等中的数据渲染到页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面中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5" name="MH_Others_1"/>
            <p:cNvSpPr/>
            <p:nvPr/>
          </p:nvSpPr>
          <p:spPr bwMode="auto">
            <a:xfrm>
              <a:off x="985649" y="1713918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481958" y="5446017"/>
            <a:ext cx="9698457" cy="1044000"/>
            <a:chOff x="973227" y="3318340"/>
            <a:chExt cx="5437064" cy="515938"/>
          </a:xfrm>
        </p:grpSpPr>
        <p:sp>
          <p:nvSpPr>
            <p:cNvPr id="29" name="Pentagon 6"/>
            <p:cNvSpPr/>
            <p:nvPr/>
          </p:nvSpPr>
          <p:spPr bwMode="auto">
            <a:xfrm>
              <a:off x="973227" y="3318340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事件对象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，能够灵活运用事件对象获取和修改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DOM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元素的属性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30" name="MH_Others_1"/>
            <p:cNvSpPr/>
            <p:nvPr/>
          </p:nvSpPr>
          <p:spPr bwMode="auto">
            <a:xfrm>
              <a:off x="979281" y="3318340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481958" y="2998800"/>
            <a:ext cx="9721080" cy="1043089"/>
            <a:chOff x="978872" y="1713918"/>
            <a:chExt cx="5471124" cy="515937"/>
          </a:xfrm>
        </p:grpSpPr>
        <p:sp>
          <p:nvSpPr>
            <p:cNvPr id="24" name="Pentagon 3"/>
            <p:cNvSpPr/>
            <p:nvPr/>
          </p:nvSpPr>
          <p:spPr bwMode="auto">
            <a:xfrm>
              <a:off x="978872" y="1713918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计算属性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，能够灵活运用计算属性实时监听数据的变化，当所依赖的数据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发生变化时重新计算值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5" name="MH_Others_1"/>
            <p:cNvSpPr/>
            <p:nvPr/>
          </p:nvSpPr>
          <p:spPr bwMode="auto">
            <a:xfrm>
              <a:off x="985649" y="1713918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481958" y="5446800"/>
            <a:ext cx="9698457" cy="1044000"/>
            <a:chOff x="973227" y="3318340"/>
            <a:chExt cx="5437064" cy="515938"/>
          </a:xfrm>
        </p:grpSpPr>
        <p:sp>
          <p:nvSpPr>
            <p:cNvPr id="29" name="Pentagon 6"/>
            <p:cNvSpPr/>
            <p:nvPr/>
          </p:nvSpPr>
          <p:spPr bwMode="auto">
            <a:xfrm>
              <a:off x="973227" y="3318340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样式绑定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，能够灵活运用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v-bind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绑定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class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和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style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属性实现元素样式的设置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30" name="MH_Others_1"/>
            <p:cNvSpPr/>
            <p:nvPr/>
          </p:nvSpPr>
          <p:spPr bwMode="auto">
            <a:xfrm>
              <a:off x="979281" y="3318340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481958" y="1773610"/>
            <a:ext cx="9698457" cy="1044000"/>
            <a:chOff x="973227" y="3318340"/>
            <a:chExt cx="5437064" cy="515938"/>
          </a:xfrm>
        </p:grpSpPr>
        <p:sp>
          <p:nvSpPr>
            <p:cNvPr id="20" name="Pentagon 6"/>
            <p:cNvSpPr/>
            <p:nvPr/>
          </p:nvSpPr>
          <p:spPr bwMode="auto">
            <a:xfrm>
              <a:off x="973227" y="3318340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熟悉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事件修饰符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，能够阐述常见的事件修饰符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1" name="MH_Others_1"/>
            <p:cNvSpPr/>
            <p:nvPr/>
          </p:nvSpPr>
          <p:spPr bwMode="auto">
            <a:xfrm>
              <a:off x="979281" y="3318340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481958" y="4222800"/>
            <a:ext cx="9698457" cy="1044000"/>
            <a:chOff x="973227" y="3318340"/>
            <a:chExt cx="5437064" cy="515938"/>
          </a:xfrm>
        </p:grpSpPr>
        <p:sp>
          <p:nvSpPr>
            <p:cNvPr id="26" name="Pentagon 6"/>
            <p:cNvSpPr/>
            <p:nvPr/>
          </p:nvSpPr>
          <p:spPr bwMode="auto">
            <a:xfrm>
              <a:off x="973227" y="3318340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侦听器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，能够灵活运用侦听器监听数据的变化并进行相应的操作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7" name="MH_Others_1"/>
            <p:cNvSpPr/>
            <p:nvPr/>
          </p:nvSpPr>
          <p:spPr bwMode="auto">
            <a:xfrm>
              <a:off x="979281" y="3318340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09934" y="2324124"/>
            <a:ext cx="10269847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在搭建好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开发环境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后，要想使用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开发实际项目，必须先学习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基础知识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。只有掌握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框架的基础知识后，才能根据实际需求游刃有余地进行项目开发。本章将详细讲解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开发基础。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119265" y="1923985"/>
            <a:ext cx="1192190" cy="613062"/>
            <a:chOff x="2215144" y="982844"/>
            <a:chExt cx="1244730" cy="842780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119265" y="2791300"/>
            <a:ext cx="1192190" cy="618406"/>
            <a:chOff x="2215144" y="2026500"/>
            <a:chExt cx="1244730" cy="850129"/>
          </a:xfrm>
        </p:grpSpPr>
        <p:sp>
          <p:nvSpPr>
            <p:cNvPr id="25" name="平行四边形 24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119265" y="3692080"/>
            <a:ext cx="1192190" cy="614525"/>
            <a:chOff x="2215144" y="3084852"/>
            <a:chExt cx="1244730" cy="844793"/>
          </a:xfrm>
        </p:grpSpPr>
        <p:sp>
          <p:nvSpPr>
            <p:cNvPr id="28" name="平行四边形 27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024817" y="1901806"/>
            <a:ext cx="5142331" cy="613062"/>
            <a:chOff x="4315150" y="953426"/>
            <a:chExt cx="3857250" cy="540057"/>
          </a:xfrm>
        </p:grpSpPr>
        <p:sp>
          <p:nvSpPr>
            <p:cNvPr id="31" name="矩形 30"/>
            <p:cNvSpPr/>
            <p:nvPr/>
          </p:nvSpPr>
          <p:spPr>
            <a:xfrm>
              <a:off x="4830201" y="1057390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单文件组件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024817" y="2774474"/>
            <a:ext cx="5142331" cy="613062"/>
            <a:chOff x="4315150" y="1647579"/>
            <a:chExt cx="3857250" cy="540057"/>
          </a:xfrm>
        </p:grpSpPr>
        <p:sp>
          <p:nvSpPr>
            <p:cNvPr id="34" name="矩形 33"/>
            <p:cNvSpPr/>
            <p:nvPr/>
          </p:nvSpPr>
          <p:spPr>
            <a:xfrm>
              <a:off x="4830201" y="17515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数据绑定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5" name="平行四边形 3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024817" y="3670427"/>
            <a:ext cx="5142331" cy="613062"/>
            <a:chOff x="4315150" y="2341731"/>
            <a:chExt cx="3857250" cy="540057"/>
          </a:xfrm>
        </p:grpSpPr>
        <p:sp>
          <p:nvSpPr>
            <p:cNvPr id="37" name="矩形 36"/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指令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8" name="平行四边形 3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108578" y="4601336"/>
            <a:ext cx="1192190" cy="614525"/>
            <a:chOff x="2215144" y="3084852"/>
            <a:chExt cx="1244730" cy="844793"/>
          </a:xfrm>
        </p:grpSpPr>
        <p:sp>
          <p:nvSpPr>
            <p:cNvPr id="40" name="平行四边形 39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1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4014130" y="4579682"/>
            <a:ext cx="5142331" cy="613062"/>
            <a:chOff x="4315150" y="2341731"/>
            <a:chExt cx="3857250" cy="540057"/>
          </a:xfrm>
        </p:grpSpPr>
        <p:sp>
          <p:nvSpPr>
            <p:cNvPr id="43" name="矩形 42"/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事件对象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4" name="平行四边形 43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3108578" y="5479565"/>
            <a:ext cx="1192190" cy="614525"/>
            <a:chOff x="2215144" y="3084852"/>
            <a:chExt cx="1244730" cy="844793"/>
          </a:xfrm>
        </p:grpSpPr>
        <p:sp>
          <p:nvSpPr>
            <p:cNvPr id="55" name="平行四边形 54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6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4014130" y="5457912"/>
            <a:ext cx="5177420" cy="613062"/>
            <a:chOff x="4315150" y="2341731"/>
            <a:chExt cx="3883570" cy="540057"/>
          </a:xfrm>
        </p:grpSpPr>
        <p:sp>
          <p:nvSpPr>
            <p:cNvPr id="58" name="矩形 57"/>
            <p:cNvSpPr/>
            <p:nvPr/>
          </p:nvSpPr>
          <p:spPr>
            <a:xfrm>
              <a:off x="4830201" y="2445695"/>
              <a:ext cx="3368519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事件修饰符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9" name="平行四边形 58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119265" y="1923985"/>
            <a:ext cx="1192190" cy="613062"/>
            <a:chOff x="2215144" y="982844"/>
            <a:chExt cx="1244730" cy="842780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2.6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119265" y="2791300"/>
            <a:ext cx="1192190" cy="618406"/>
            <a:chOff x="2215144" y="2026500"/>
            <a:chExt cx="1244730" cy="850129"/>
          </a:xfrm>
        </p:grpSpPr>
        <p:sp>
          <p:nvSpPr>
            <p:cNvPr id="25" name="平行四边形 24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2.7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119265" y="3692080"/>
            <a:ext cx="1192190" cy="614525"/>
            <a:chOff x="2215144" y="3084852"/>
            <a:chExt cx="1244730" cy="844793"/>
          </a:xfrm>
        </p:grpSpPr>
        <p:sp>
          <p:nvSpPr>
            <p:cNvPr id="28" name="平行四边形 27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2.8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024817" y="1901806"/>
            <a:ext cx="5142331" cy="613062"/>
            <a:chOff x="4315150" y="953426"/>
            <a:chExt cx="3857250" cy="540057"/>
          </a:xfrm>
        </p:grpSpPr>
        <p:sp>
          <p:nvSpPr>
            <p:cNvPr id="31" name="矩形 30"/>
            <p:cNvSpPr/>
            <p:nvPr/>
          </p:nvSpPr>
          <p:spPr>
            <a:xfrm>
              <a:off x="4830201" y="1057390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计算属性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024817" y="2774474"/>
            <a:ext cx="5142331" cy="613062"/>
            <a:chOff x="4315150" y="1647579"/>
            <a:chExt cx="3857250" cy="540057"/>
          </a:xfrm>
        </p:grpSpPr>
        <p:sp>
          <p:nvSpPr>
            <p:cNvPr id="34" name="矩形 33"/>
            <p:cNvSpPr/>
            <p:nvPr/>
          </p:nvSpPr>
          <p:spPr>
            <a:xfrm>
              <a:off x="4830201" y="17515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侦听器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5" name="平行四边形 3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024817" y="3670427"/>
            <a:ext cx="5142331" cy="613062"/>
            <a:chOff x="4315150" y="2341731"/>
            <a:chExt cx="3857250" cy="540057"/>
          </a:xfrm>
        </p:grpSpPr>
        <p:sp>
          <p:nvSpPr>
            <p:cNvPr id="37" name="矩形 36"/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样式绑定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8" name="平行四边形 3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108578" y="4601336"/>
            <a:ext cx="1192190" cy="614525"/>
            <a:chOff x="2215144" y="3084852"/>
            <a:chExt cx="1244730" cy="844793"/>
          </a:xfrm>
        </p:grpSpPr>
        <p:sp>
          <p:nvSpPr>
            <p:cNvPr id="40" name="平行四边形 39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1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2.9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4014130" y="4579683"/>
            <a:ext cx="5142331" cy="613062"/>
            <a:chOff x="4315150" y="2341731"/>
            <a:chExt cx="3857250" cy="540057"/>
          </a:xfrm>
        </p:grpSpPr>
        <p:sp>
          <p:nvSpPr>
            <p:cNvPr id="43" name="矩形 42"/>
            <p:cNvSpPr/>
            <p:nvPr/>
          </p:nvSpPr>
          <p:spPr>
            <a:xfrm>
              <a:off x="4830201" y="2445694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阶段案例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——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学习计划表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4" name="平行四边形 43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单文件组件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1165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单文件组件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，能够创建并使用单文件组件</a:t>
            </a:r>
            <a:endParaRPr lang="zh-CN" altLang="en-US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单文件组件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云形标注 5"/>
          <p:cNvSpPr/>
          <p:nvPr/>
        </p:nvSpPr>
        <p:spPr>
          <a:xfrm>
            <a:off x="1917874" y="1501750"/>
            <a:ext cx="5257452" cy="24321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什么是单文件组件？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720698" y="1456267"/>
            <a:ext cx="2650193" cy="420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单文件组件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4943079" y="1701604"/>
            <a:ext cx="5804271" cy="2664296"/>
            <a:chOff x="4943079" y="1701603"/>
            <a:chExt cx="5804271" cy="2967058"/>
          </a:xfrm>
        </p:grpSpPr>
        <p:sp>
          <p:nvSpPr>
            <p:cNvPr id="7" name="圆角矩形标注 11"/>
            <p:cNvSpPr/>
            <p:nvPr/>
          </p:nvSpPr>
          <p:spPr bwMode="auto">
            <a:xfrm rot="5400000">
              <a:off x="6361686" y="282996"/>
              <a:ext cx="2967058" cy="5804271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8" name="矩形 5"/>
            <p:cNvSpPr>
              <a:spLocks noChangeArrowheads="1"/>
            </p:cNvSpPr>
            <p:nvPr/>
          </p:nvSpPr>
          <p:spPr bwMode="auto">
            <a:xfrm>
              <a:off x="5337449" y="2105464"/>
              <a:ext cx="5111751" cy="2159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在第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章中使用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Vite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创建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Vue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项目后，目录结构中包含一些扩展名为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r>
                <a:rPr lang="en-US" altLang="zh-CN" sz="20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vue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的文件，每个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vue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文件都可用来定义一个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单文件组件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0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Vue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中的单文件组件是</a:t>
              </a:r>
              <a:r>
                <a:rPr lang="en-US" altLang="zh-CN" sz="20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Vue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组件的文件格式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单文件组件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/>
          <p:nvPr/>
        </p:nvSpPr>
        <p:spPr bwMode="auto">
          <a:xfrm>
            <a:off x="1054646" y="3261799"/>
            <a:ext cx="1463675" cy="1465262"/>
          </a:xfrm>
          <a:custGeom>
            <a:avLst/>
            <a:gdLst>
              <a:gd name="T0" fmla="*/ 1098181 w 861"/>
              <a:gd name="T1" fmla="*/ 731780 h 861"/>
              <a:gd name="T2" fmla="*/ 730988 w 861"/>
              <a:gd name="T3" fmla="*/ 1097670 h 861"/>
              <a:gd name="T4" fmla="*/ 365494 w 861"/>
              <a:gd name="T5" fmla="*/ 731780 h 861"/>
              <a:gd name="T6" fmla="*/ 730988 w 861"/>
              <a:gd name="T7" fmla="*/ 365890 h 861"/>
              <a:gd name="T8" fmla="*/ 829586 w 861"/>
              <a:gd name="T9" fmla="*/ 379505 h 861"/>
              <a:gd name="T10" fmla="*/ 710588 w 861"/>
              <a:gd name="T11" fmla="*/ 0 h 861"/>
              <a:gd name="T12" fmla="*/ 0 w 861"/>
              <a:gd name="T13" fmla="*/ 731780 h 861"/>
              <a:gd name="T14" fmla="*/ 730988 w 861"/>
              <a:gd name="T15" fmla="*/ 1465262 h 861"/>
              <a:gd name="T16" fmla="*/ 1463675 w 861"/>
              <a:gd name="T17" fmla="*/ 731780 h 861"/>
              <a:gd name="T18" fmla="*/ 1261378 w 861"/>
              <a:gd name="T19" fmla="*/ 226341 h 861"/>
              <a:gd name="T20" fmla="*/ 1002983 w 861"/>
              <a:gd name="T21" fmla="*/ 486719 h 861"/>
              <a:gd name="T22" fmla="*/ 1098181 w 861"/>
              <a:gd name="T23" fmla="*/ 731780 h 8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861" h="861">
                <a:moveTo>
                  <a:pt x="646" y="430"/>
                </a:moveTo>
                <a:cubicBezTo>
                  <a:pt x="646" y="549"/>
                  <a:pt x="549" y="645"/>
                  <a:pt x="430" y="645"/>
                </a:cubicBezTo>
                <a:cubicBezTo>
                  <a:pt x="311" y="645"/>
                  <a:pt x="215" y="549"/>
                  <a:pt x="215" y="430"/>
                </a:cubicBezTo>
                <a:cubicBezTo>
                  <a:pt x="215" y="311"/>
                  <a:pt x="311" y="215"/>
                  <a:pt x="430" y="215"/>
                </a:cubicBezTo>
                <a:cubicBezTo>
                  <a:pt x="450" y="215"/>
                  <a:pt x="470" y="218"/>
                  <a:pt x="488" y="223"/>
                </a:cubicBezTo>
                <a:cubicBezTo>
                  <a:pt x="447" y="156"/>
                  <a:pt x="422" y="80"/>
                  <a:pt x="418" y="0"/>
                </a:cubicBezTo>
                <a:cubicBezTo>
                  <a:pt x="186" y="6"/>
                  <a:pt x="0" y="196"/>
                  <a:pt x="0" y="430"/>
                </a:cubicBezTo>
                <a:cubicBezTo>
                  <a:pt x="0" y="668"/>
                  <a:pt x="192" y="861"/>
                  <a:pt x="430" y="861"/>
                </a:cubicBezTo>
                <a:cubicBezTo>
                  <a:pt x="668" y="861"/>
                  <a:pt x="861" y="668"/>
                  <a:pt x="861" y="430"/>
                </a:cubicBezTo>
                <a:cubicBezTo>
                  <a:pt x="861" y="315"/>
                  <a:pt x="816" y="211"/>
                  <a:pt x="742" y="133"/>
                </a:cubicBezTo>
                <a:cubicBezTo>
                  <a:pt x="590" y="286"/>
                  <a:pt x="590" y="286"/>
                  <a:pt x="590" y="286"/>
                </a:cubicBezTo>
                <a:cubicBezTo>
                  <a:pt x="625" y="325"/>
                  <a:pt x="646" y="375"/>
                  <a:pt x="646" y="43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68575" tIns="34288" rIns="68575" bIns="34288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+mn-lt"/>
            </a:endParaRPr>
          </a:p>
        </p:txBody>
      </p:sp>
      <p:sp>
        <p:nvSpPr>
          <p:cNvPr id="10" name="Freeform 6"/>
          <p:cNvSpPr/>
          <p:nvPr/>
        </p:nvSpPr>
        <p:spPr bwMode="auto">
          <a:xfrm>
            <a:off x="1834109" y="2485511"/>
            <a:ext cx="1463675" cy="1276350"/>
          </a:xfrm>
          <a:custGeom>
            <a:avLst/>
            <a:gdLst>
              <a:gd name="T0" fmla="*/ 1256279 w 861"/>
              <a:gd name="T1" fmla="*/ 1244016 h 750"/>
              <a:gd name="T2" fmla="*/ 1256279 w 861"/>
              <a:gd name="T3" fmla="*/ 1242314 h 750"/>
              <a:gd name="T4" fmla="*/ 1463675 w 861"/>
              <a:gd name="T5" fmla="*/ 733476 h 750"/>
              <a:gd name="T6" fmla="*/ 730988 w 861"/>
              <a:gd name="T7" fmla="*/ 0 h 750"/>
              <a:gd name="T8" fmla="*/ 0 w 861"/>
              <a:gd name="T9" fmla="*/ 733476 h 750"/>
              <a:gd name="T10" fmla="*/ 203997 w 861"/>
              <a:gd name="T11" fmla="*/ 1240612 h 750"/>
              <a:gd name="T12" fmla="*/ 203997 w 861"/>
              <a:gd name="T13" fmla="*/ 1242314 h 750"/>
              <a:gd name="T14" fmla="*/ 224396 w 861"/>
              <a:gd name="T15" fmla="*/ 1262736 h 750"/>
              <a:gd name="T16" fmla="*/ 482792 w 861"/>
              <a:gd name="T17" fmla="*/ 1002360 h 750"/>
              <a:gd name="T18" fmla="*/ 472592 w 861"/>
              <a:gd name="T19" fmla="*/ 992149 h 750"/>
              <a:gd name="T20" fmla="*/ 470892 w 861"/>
              <a:gd name="T21" fmla="*/ 990448 h 750"/>
              <a:gd name="T22" fmla="*/ 365494 w 861"/>
              <a:gd name="T23" fmla="*/ 733476 h 750"/>
              <a:gd name="T24" fmla="*/ 730988 w 861"/>
              <a:gd name="T25" fmla="*/ 365887 h 750"/>
              <a:gd name="T26" fmla="*/ 1096481 w 861"/>
              <a:gd name="T27" fmla="*/ 733476 h 750"/>
              <a:gd name="T28" fmla="*/ 992783 w 861"/>
              <a:gd name="T29" fmla="*/ 988746 h 750"/>
              <a:gd name="T30" fmla="*/ 992783 w 861"/>
              <a:gd name="T31" fmla="*/ 988746 h 750"/>
              <a:gd name="T32" fmla="*/ 992783 w 861"/>
              <a:gd name="T33" fmla="*/ 988746 h 750"/>
              <a:gd name="T34" fmla="*/ 957084 w 861"/>
              <a:gd name="T35" fmla="*/ 1026185 h 750"/>
              <a:gd name="T36" fmla="*/ 1225679 w 861"/>
              <a:gd name="T37" fmla="*/ 1276350 h 750"/>
              <a:gd name="T38" fmla="*/ 1256279 w 861"/>
              <a:gd name="T39" fmla="*/ 1244016 h 750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861" h="750">
                <a:moveTo>
                  <a:pt x="739" y="731"/>
                </a:moveTo>
                <a:cubicBezTo>
                  <a:pt x="739" y="730"/>
                  <a:pt x="739" y="730"/>
                  <a:pt x="739" y="730"/>
                </a:cubicBezTo>
                <a:cubicBezTo>
                  <a:pt x="814" y="653"/>
                  <a:pt x="861" y="547"/>
                  <a:pt x="861" y="431"/>
                </a:cubicBezTo>
                <a:cubicBezTo>
                  <a:pt x="861" y="193"/>
                  <a:pt x="668" y="0"/>
                  <a:pt x="430" y="0"/>
                </a:cubicBezTo>
                <a:cubicBezTo>
                  <a:pt x="192" y="0"/>
                  <a:pt x="0" y="193"/>
                  <a:pt x="0" y="431"/>
                </a:cubicBezTo>
                <a:cubicBezTo>
                  <a:pt x="0" y="547"/>
                  <a:pt x="45" y="652"/>
                  <a:pt x="120" y="729"/>
                </a:cubicBezTo>
                <a:cubicBezTo>
                  <a:pt x="120" y="730"/>
                  <a:pt x="120" y="730"/>
                  <a:pt x="120" y="730"/>
                </a:cubicBezTo>
                <a:cubicBezTo>
                  <a:pt x="124" y="734"/>
                  <a:pt x="128" y="738"/>
                  <a:pt x="132" y="742"/>
                </a:cubicBezTo>
                <a:cubicBezTo>
                  <a:pt x="284" y="589"/>
                  <a:pt x="284" y="589"/>
                  <a:pt x="284" y="589"/>
                </a:cubicBezTo>
                <a:cubicBezTo>
                  <a:pt x="282" y="587"/>
                  <a:pt x="280" y="585"/>
                  <a:pt x="278" y="583"/>
                </a:cubicBezTo>
                <a:cubicBezTo>
                  <a:pt x="277" y="582"/>
                  <a:pt x="277" y="582"/>
                  <a:pt x="277" y="582"/>
                </a:cubicBezTo>
                <a:cubicBezTo>
                  <a:pt x="239" y="543"/>
                  <a:pt x="215" y="490"/>
                  <a:pt x="215" y="431"/>
                </a:cubicBezTo>
                <a:cubicBezTo>
                  <a:pt x="215" y="312"/>
                  <a:pt x="311" y="215"/>
                  <a:pt x="430" y="215"/>
                </a:cubicBezTo>
                <a:cubicBezTo>
                  <a:pt x="549" y="215"/>
                  <a:pt x="645" y="312"/>
                  <a:pt x="645" y="431"/>
                </a:cubicBezTo>
                <a:cubicBezTo>
                  <a:pt x="645" y="489"/>
                  <a:pt x="622" y="542"/>
                  <a:pt x="584" y="581"/>
                </a:cubicBezTo>
                <a:cubicBezTo>
                  <a:pt x="584" y="581"/>
                  <a:pt x="584" y="581"/>
                  <a:pt x="584" y="581"/>
                </a:cubicBezTo>
                <a:cubicBezTo>
                  <a:pt x="584" y="581"/>
                  <a:pt x="584" y="581"/>
                  <a:pt x="584" y="581"/>
                </a:cubicBezTo>
                <a:cubicBezTo>
                  <a:pt x="577" y="588"/>
                  <a:pt x="570" y="596"/>
                  <a:pt x="563" y="603"/>
                </a:cubicBezTo>
                <a:cubicBezTo>
                  <a:pt x="721" y="750"/>
                  <a:pt x="721" y="750"/>
                  <a:pt x="721" y="750"/>
                </a:cubicBezTo>
                <a:cubicBezTo>
                  <a:pt x="727" y="743"/>
                  <a:pt x="733" y="737"/>
                  <a:pt x="739" y="731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68575" tIns="34288" rIns="68575" bIns="34288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+mn-lt"/>
            </a:endParaRPr>
          </a:p>
        </p:txBody>
      </p:sp>
      <p:sp>
        <p:nvSpPr>
          <p:cNvPr id="11" name="Freeform 7"/>
          <p:cNvSpPr/>
          <p:nvPr/>
        </p:nvSpPr>
        <p:spPr bwMode="auto">
          <a:xfrm>
            <a:off x="2610396" y="3261799"/>
            <a:ext cx="1465263" cy="1465262"/>
          </a:xfrm>
          <a:custGeom>
            <a:avLst/>
            <a:gdLst>
              <a:gd name="T0" fmla="*/ 753030 w 862"/>
              <a:gd name="T1" fmla="*/ 0 h 861"/>
              <a:gd name="T2" fmla="*/ 634041 w 862"/>
              <a:gd name="T3" fmla="*/ 379505 h 861"/>
              <a:gd name="T4" fmla="*/ 732632 w 862"/>
              <a:gd name="T5" fmla="*/ 365890 h 861"/>
              <a:gd name="T6" fmla="*/ 1098097 w 862"/>
              <a:gd name="T7" fmla="*/ 731780 h 861"/>
              <a:gd name="T8" fmla="*/ 732632 w 862"/>
              <a:gd name="T9" fmla="*/ 1097670 h 861"/>
              <a:gd name="T10" fmla="*/ 367166 w 862"/>
              <a:gd name="T11" fmla="*/ 731780 h 861"/>
              <a:gd name="T12" fmla="*/ 448758 w 862"/>
              <a:gd name="T13" fmla="*/ 500333 h 861"/>
              <a:gd name="T14" fmla="*/ 180183 w 862"/>
              <a:gd name="T15" fmla="*/ 250167 h 861"/>
              <a:gd name="T16" fmla="*/ 0 w 862"/>
              <a:gd name="T17" fmla="*/ 731780 h 861"/>
              <a:gd name="T18" fmla="*/ 732632 w 862"/>
              <a:gd name="T19" fmla="*/ 1465262 h 861"/>
              <a:gd name="T20" fmla="*/ 1465263 w 862"/>
              <a:gd name="T21" fmla="*/ 731780 h 861"/>
              <a:gd name="T22" fmla="*/ 753030 w 862"/>
              <a:gd name="T23" fmla="*/ 0 h 8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862" h="861">
                <a:moveTo>
                  <a:pt x="443" y="0"/>
                </a:moveTo>
                <a:cubicBezTo>
                  <a:pt x="439" y="80"/>
                  <a:pt x="415" y="156"/>
                  <a:pt x="373" y="223"/>
                </a:cubicBezTo>
                <a:cubicBezTo>
                  <a:pt x="391" y="218"/>
                  <a:pt x="411" y="215"/>
                  <a:pt x="431" y="215"/>
                </a:cubicBezTo>
                <a:cubicBezTo>
                  <a:pt x="550" y="215"/>
                  <a:pt x="646" y="311"/>
                  <a:pt x="646" y="430"/>
                </a:cubicBezTo>
                <a:cubicBezTo>
                  <a:pt x="646" y="549"/>
                  <a:pt x="550" y="645"/>
                  <a:pt x="431" y="645"/>
                </a:cubicBezTo>
                <a:cubicBezTo>
                  <a:pt x="312" y="645"/>
                  <a:pt x="216" y="549"/>
                  <a:pt x="216" y="430"/>
                </a:cubicBezTo>
                <a:cubicBezTo>
                  <a:pt x="216" y="378"/>
                  <a:pt x="234" y="331"/>
                  <a:pt x="264" y="294"/>
                </a:cubicBezTo>
                <a:cubicBezTo>
                  <a:pt x="106" y="147"/>
                  <a:pt x="106" y="147"/>
                  <a:pt x="106" y="147"/>
                </a:cubicBezTo>
                <a:cubicBezTo>
                  <a:pt x="40" y="223"/>
                  <a:pt x="0" y="322"/>
                  <a:pt x="0" y="430"/>
                </a:cubicBezTo>
                <a:cubicBezTo>
                  <a:pt x="0" y="668"/>
                  <a:pt x="193" y="861"/>
                  <a:pt x="431" y="861"/>
                </a:cubicBezTo>
                <a:cubicBezTo>
                  <a:pt x="669" y="861"/>
                  <a:pt x="862" y="668"/>
                  <a:pt x="862" y="430"/>
                </a:cubicBezTo>
                <a:cubicBezTo>
                  <a:pt x="862" y="196"/>
                  <a:pt x="675" y="6"/>
                  <a:pt x="443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68575" tIns="34288" rIns="68575" bIns="34288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+mn-lt"/>
            </a:endParaRPr>
          </a:p>
        </p:txBody>
      </p:sp>
      <p:sp>
        <p:nvSpPr>
          <p:cNvPr id="12" name="TextBox 175"/>
          <p:cNvSpPr txBox="1">
            <a:spLocks noChangeArrowheads="1"/>
          </p:cNvSpPr>
          <p:nvPr/>
        </p:nvSpPr>
        <p:spPr bwMode="auto">
          <a:xfrm>
            <a:off x="2316708" y="2969699"/>
            <a:ext cx="4810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5" tIns="34288" rIns="68575" bIns="34288">
            <a:spAutoFit/>
          </a:bodyPr>
          <a:lstStyle>
            <a:lvl1pPr defTabSz="455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455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455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455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455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52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52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52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52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52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d-ID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14076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lt"/>
                <a:sym typeface="Arial" panose="020B0604020202020204" pitchFamily="34" charset="0"/>
              </a:rPr>
              <a:t>01</a:t>
            </a:r>
            <a:endParaRPr kumimoji="0" lang="id-ID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14076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lt"/>
              <a:sym typeface="Arial" panose="020B0604020202020204" pitchFamily="34" charset="0"/>
            </a:endParaRPr>
          </a:p>
        </p:txBody>
      </p:sp>
      <p:sp>
        <p:nvSpPr>
          <p:cNvPr id="14" name="TextBox 176"/>
          <p:cNvSpPr txBox="1">
            <a:spLocks noChangeArrowheads="1"/>
          </p:cNvSpPr>
          <p:nvPr/>
        </p:nvSpPr>
        <p:spPr bwMode="auto">
          <a:xfrm>
            <a:off x="1518196" y="3761861"/>
            <a:ext cx="523875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5" tIns="34288" rIns="68575" bIns="34288">
            <a:spAutoFit/>
          </a:bodyPr>
          <a:lstStyle>
            <a:lvl1pPr defTabSz="455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455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455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455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455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52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52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52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52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52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d-ID" altLang="en-US" sz="2700" b="1" i="0" u="none" strike="noStrike" kern="1200" cap="none" spc="0" normalizeH="0" baseline="0" noProof="0">
                <a:ln>
                  <a:noFill/>
                </a:ln>
                <a:solidFill>
                  <a:srgbClr val="014076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lt"/>
                <a:sym typeface="Arial" panose="020B0604020202020204" pitchFamily="34" charset="0"/>
              </a:rPr>
              <a:t>02</a:t>
            </a:r>
            <a:endParaRPr kumimoji="0" lang="id-ID" altLang="en-US" sz="2700" b="1" i="0" u="none" strike="noStrike" kern="1200" cap="none" spc="0" normalizeH="0" baseline="0" noProof="0">
              <a:ln>
                <a:noFill/>
              </a:ln>
              <a:solidFill>
                <a:srgbClr val="014076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lt"/>
              <a:sym typeface="Arial" panose="020B0604020202020204" pitchFamily="34" charset="0"/>
            </a:endParaRPr>
          </a:p>
        </p:txBody>
      </p:sp>
      <p:sp>
        <p:nvSpPr>
          <p:cNvPr id="15" name="TextBox 177"/>
          <p:cNvSpPr txBox="1">
            <a:spLocks noChangeArrowheads="1"/>
          </p:cNvSpPr>
          <p:nvPr/>
        </p:nvSpPr>
        <p:spPr bwMode="auto">
          <a:xfrm>
            <a:off x="3064421" y="3761861"/>
            <a:ext cx="48101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5" tIns="34288" rIns="68575" bIns="34288">
            <a:spAutoFit/>
          </a:bodyPr>
          <a:lstStyle>
            <a:lvl1pPr defTabSz="455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455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455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455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455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52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52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52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52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52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d-ID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14076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lt"/>
                <a:sym typeface="Arial" panose="020B0604020202020204" pitchFamily="34" charset="0"/>
              </a:rPr>
              <a:t>03</a:t>
            </a:r>
            <a:endParaRPr kumimoji="0" lang="id-ID" altLang="en-US" sz="2400" b="1" i="0" u="none" strike="noStrike" kern="1200" cap="none" spc="0" normalizeH="0" baseline="0" noProof="0">
              <a:ln>
                <a:noFill/>
              </a:ln>
              <a:solidFill>
                <a:srgbClr val="014076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lt"/>
              <a:sym typeface="Arial" panose="020B0604020202020204" pitchFamily="34" charset="0"/>
            </a:endParaRPr>
          </a:p>
        </p:txBody>
      </p:sp>
      <p:sp>
        <p:nvSpPr>
          <p:cNvPr id="16" name="Line 7"/>
          <p:cNvSpPr>
            <a:spLocks noChangeShapeType="1"/>
          </p:cNvSpPr>
          <p:nvPr/>
        </p:nvSpPr>
        <p:spPr bwMode="auto">
          <a:xfrm flipH="1">
            <a:off x="4684201" y="2325174"/>
            <a:ext cx="0" cy="25654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AutoShape 9"/>
          <p:cNvSpPr>
            <a:spLocks noChangeArrowheads="1"/>
          </p:cNvSpPr>
          <p:nvPr/>
        </p:nvSpPr>
        <p:spPr bwMode="auto">
          <a:xfrm>
            <a:off x="4971223" y="1663777"/>
            <a:ext cx="762000" cy="1004887"/>
          </a:xfrm>
          <a:custGeom>
            <a:avLst/>
            <a:gdLst>
              <a:gd name="T0" fmla="*/ 13440833 w 21600"/>
              <a:gd name="T1" fmla="*/ 23374974 h 21600"/>
              <a:gd name="T2" fmla="*/ 13440833 w 21600"/>
              <a:gd name="T3" fmla="*/ 23374974 h 21600"/>
              <a:gd name="T4" fmla="*/ 13440833 w 21600"/>
              <a:gd name="T5" fmla="*/ 23374974 h 21600"/>
              <a:gd name="T6" fmla="*/ 13440833 w 21600"/>
              <a:gd name="T7" fmla="*/ 23374974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19" tIns="45719" rIns="45719" bIns="4571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s-ES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Arial" panose="020B0604020202020204" pitchFamily="34" charset="0"/>
              </a:rPr>
              <a:t>1</a:t>
            </a:r>
            <a:endParaRPr kumimoji="0" lang="es-ES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Arial" panose="020B0604020202020204" pitchFamily="34" charset="0"/>
            </a:endParaRPr>
          </a:p>
        </p:txBody>
      </p:sp>
      <p:sp>
        <p:nvSpPr>
          <p:cNvPr id="18" name="AutoShape 12"/>
          <p:cNvSpPr>
            <a:spLocks noChangeArrowheads="1"/>
          </p:cNvSpPr>
          <p:nvPr/>
        </p:nvSpPr>
        <p:spPr bwMode="auto">
          <a:xfrm>
            <a:off x="4987944" y="3034743"/>
            <a:ext cx="762000" cy="1006475"/>
          </a:xfrm>
          <a:custGeom>
            <a:avLst/>
            <a:gdLst>
              <a:gd name="T0" fmla="*/ 13440833 w 21600"/>
              <a:gd name="T1" fmla="*/ 23448910 h 21600"/>
              <a:gd name="T2" fmla="*/ 13440833 w 21600"/>
              <a:gd name="T3" fmla="*/ 23448910 h 21600"/>
              <a:gd name="T4" fmla="*/ 13440833 w 21600"/>
              <a:gd name="T5" fmla="*/ 23448910 h 21600"/>
              <a:gd name="T6" fmla="*/ 13440833 w 21600"/>
              <a:gd name="T7" fmla="*/ 2344891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19" tIns="45719" rIns="45719" bIns="45719"/>
          <a:lstStyle/>
          <a:p>
            <a:pPr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ES" altLang="en-US" sz="6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Arial" panose="020B0604020202020204" pitchFamily="34" charset="0"/>
              </a:rPr>
              <a:t>2</a:t>
            </a:r>
            <a:endParaRPr lang="es-ES" altLang="en-US" sz="6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Arial" panose="020B0604020202020204" pitchFamily="34" charset="0"/>
            </a:endParaRPr>
          </a:p>
        </p:txBody>
      </p:sp>
      <p:sp>
        <p:nvSpPr>
          <p:cNvPr id="19" name="AutoShape 15"/>
          <p:cNvSpPr>
            <a:spLocks noChangeArrowheads="1"/>
          </p:cNvSpPr>
          <p:nvPr/>
        </p:nvSpPr>
        <p:spPr bwMode="auto">
          <a:xfrm>
            <a:off x="5021810" y="4628097"/>
            <a:ext cx="762000" cy="1006475"/>
          </a:xfrm>
          <a:custGeom>
            <a:avLst/>
            <a:gdLst>
              <a:gd name="T0" fmla="*/ 13440833 w 21600"/>
              <a:gd name="T1" fmla="*/ 23448910 h 21600"/>
              <a:gd name="T2" fmla="*/ 13440833 w 21600"/>
              <a:gd name="T3" fmla="*/ 23448910 h 21600"/>
              <a:gd name="T4" fmla="*/ 13440833 w 21600"/>
              <a:gd name="T5" fmla="*/ 23448910 h 21600"/>
              <a:gd name="T6" fmla="*/ 13440833 w 21600"/>
              <a:gd name="T7" fmla="*/ 2344891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19" tIns="45719" rIns="45719" bIns="4571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s-ES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Arial" panose="020B0604020202020204" pitchFamily="34" charset="0"/>
              </a:rPr>
              <a:t>3</a:t>
            </a:r>
            <a:endParaRPr kumimoji="0" lang="es-ES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Arial" panose="020B0604020202020204" pitchFamily="34" charset="0"/>
            </a:endParaRPr>
          </a:p>
        </p:txBody>
      </p:sp>
      <p:sp>
        <p:nvSpPr>
          <p:cNvPr id="20" name="TextBox 35"/>
          <p:cNvSpPr txBox="1"/>
          <p:nvPr/>
        </p:nvSpPr>
        <p:spPr>
          <a:xfrm>
            <a:off x="5861100" y="1953843"/>
            <a:ext cx="5153746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模板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搭建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当前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结构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，其代码写在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861100" y="1626500"/>
            <a:ext cx="1540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/>
            <a:r>
              <a:rPr lang="zh-CN" altLang="en-US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模板</a:t>
            </a:r>
            <a:endParaRPr lang="zh-CN" altLang="en-US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TextBox 35"/>
          <p:cNvSpPr txBox="1"/>
          <p:nvPr/>
        </p:nvSpPr>
        <p:spPr>
          <a:xfrm>
            <a:off x="5818817" y="3338909"/>
            <a:ext cx="51960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1369B2"/>
                </a:solidFill>
                <a:cs typeface="+mn-ea"/>
              </a:rPr>
              <a:t>样式</a:t>
            </a:r>
            <a:r>
              <a:rPr lang="zh-CN" altLang="en-US" dirty="0">
                <a:cs typeface="+mn-ea"/>
              </a:rPr>
              <a:t>是指通过</a:t>
            </a:r>
            <a:r>
              <a:rPr lang="en-US" altLang="zh-CN" dirty="0">
                <a:cs typeface="+mn-ea"/>
              </a:rPr>
              <a:t>CSS</a:t>
            </a:r>
            <a:r>
              <a:rPr lang="zh-CN" altLang="en-US" dirty="0">
                <a:cs typeface="+mn-ea"/>
              </a:rPr>
              <a:t>代码为当前组件设置</a:t>
            </a:r>
            <a:r>
              <a:rPr lang="zh-CN" altLang="en-US" dirty="0">
                <a:solidFill>
                  <a:srgbClr val="1369B2"/>
                </a:solidFill>
                <a:cs typeface="+mn-ea"/>
              </a:rPr>
              <a:t>样式</a:t>
            </a:r>
            <a:r>
              <a:rPr lang="zh-CN" altLang="en-US" dirty="0">
                <a:cs typeface="+mn-ea"/>
              </a:rPr>
              <a:t>，其代码写在</a:t>
            </a:r>
            <a:r>
              <a:rPr lang="en-US" altLang="zh-CN" dirty="0">
                <a:solidFill>
                  <a:srgbClr val="1369B2"/>
                </a:solidFill>
                <a:cs typeface="+mn-ea"/>
              </a:rPr>
              <a:t>&lt;style&gt;</a:t>
            </a:r>
            <a:r>
              <a:rPr lang="zh-CN" altLang="en-US" dirty="0">
                <a:solidFill>
                  <a:srgbClr val="1369B2"/>
                </a:solidFill>
                <a:cs typeface="+mn-ea"/>
              </a:rPr>
              <a:t>标签</a:t>
            </a:r>
            <a:r>
              <a:rPr lang="zh-CN" altLang="en-US" dirty="0">
                <a:cs typeface="+mn-ea"/>
              </a:rPr>
              <a:t>中。</a:t>
            </a:r>
            <a:endParaRPr lang="zh-CN" altLang="en-US" dirty="0"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861100" y="3000355"/>
            <a:ext cx="1540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913765">
              <a:defRPr b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srgbClr val="595959"/>
                </a:solidFill>
                <a:sym typeface="+mn-ea"/>
              </a:rPr>
              <a:t>样式</a:t>
            </a:r>
            <a:endParaRPr lang="zh-CN" altLang="en-US" sz="1800" dirty="0">
              <a:solidFill>
                <a:srgbClr val="595959"/>
              </a:solidFill>
              <a:sym typeface="+mn-ea"/>
            </a:endParaRPr>
          </a:p>
        </p:txBody>
      </p:sp>
      <p:sp>
        <p:nvSpPr>
          <p:cNvPr id="24" name="TextBox 35"/>
          <p:cNvSpPr txBox="1"/>
          <p:nvPr/>
        </p:nvSpPr>
        <p:spPr>
          <a:xfrm>
            <a:off x="5861100" y="4874519"/>
            <a:ext cx="5513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逻辑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是指通过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代码处理组件的数据与业务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，其代码写在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&lt;script&gt;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861100" y="4535965"/>
            <a:ext cx="1540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913765">
              <a:defRPr b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srgbClr val="595959"/>
                </a:solidFill>
                <a:sym typeface="+mn-ea"/>
              </a:rPr>
              <a:t>逻辑</a:t>
            </a:r>
            <a:endParaRPr lang="zh-CN" altLang="en-US" sz="1600" dirty="0">
              <a:solidFill>
                <a:srgbClr val="595959"/>
              </a:solidFill>
              <a:sym typeface="+mn-ea"/>
            </a:endParaRPr>
          </a:p>
        </p:txBody>
      </p:sp>
      <p:sp>
        <p:nvSpPr>
          <p:cNvPr id="26" name="TextBox 35"/>
          <p:cNvSpPr txBox="1"/>
          <p:nvPr/>
        </p:nvSpPr>
        <p:spPr>
          <a:xfrm>
            <a:off x="1144800" y="974663"/>
            <a:ext cx="69127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每个单文件组件由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个部分构成。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单文件组件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710830" y="2205658"/>
            <a:ext cx="6768752" cy="343940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&lt;!--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此处编写组件的结构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--&gt;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/*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此处编写组件的逻辑 *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&lt;style&gt;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/*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此处编写组件的样式 *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&lt;/style&gt;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endParaRPr lang="zh-CN" altLang="en-US" sz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单文件组件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TextBox 35"/>
          <p:cNvSpPr txBox="1"/>
          <p:nvPr/>
        </p:nvSpPr>
        <p:spPr>
          <a:xfrm>
            <a:off x="1143691" y="1413570"/>
            <a:ext cx="6912768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演示如何定义一个基本的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单文件组件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2780980" y="2340236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048474" y="2141478"/>
            <a:ext cx="1697534" cy="515997"/>
            <a:chOff x="-2086" y="2141478"/>
            <a:chExt cx="1697534" cy="515997"/>
          </a:xfrm>
        </p:grpSpPr>
        <p:sp>
          <p:nvSpPr>
            <p:cNvPr id="10" name="箭头: 五边形 31"/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-2086" y="2168643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655046" y="1614449"/>
            <a:ext cx="3672408" cy="45722"/>
            <a:chOff x="4655046" y="1614449"/>
            <a:chExt cx="3672408" cy="45722"/>
          </a:xfrm>
        </p:grpSpPr>
        <p:cxnSp>
          <p:nvCxnSpPr>
            <p:cNvPr id="14" name="直线连接符 8"/>
            <p:cNvCxnSpPr>
              <a:stCxn id="15" idx="6"/>
              <a:endCxn id="16" idx="6"/>
            </p:cNvCxnSpPr>
            <p:nvPr/>
          </p:nvCxnSpPr>
          <p:spPr>
            <a:xfrm>
              <a:off x="4700765" y="1637309"/>
              <a:ext cx="3626689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椭圆 14"/>
            <p:cNvSpPr/>
            <p:nvPr/>
          </p:nvSpPr>
          <p:spPr>
            <a:xfrm>
              <a:off x="4655046" y="1614449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281735" y="1614452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3191233" y="1701602"/>
            <a:ext cx="84485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打开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命令提示符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，切换到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D:\vue\chapter02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目录，在该目录下执行如下命令，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创建项目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42804" y="380888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42804" y="4653930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42804" y="296383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42804" y="542195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1"/>
          <p:cNvSpPr txBox="1"/>
          <p:nvPr>
            <p:custDataLst>
              <p:tags r:id="rId1"/>
            </p:custDataLst>
          </p:nvPr>
        </p:nvSpPr>
        <p:spPr>
          <a:xfrm>
            <a:off x="4875584" y="1120208"/>
            <a:ext cx="323133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演示单文件组件的使用方法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646934" y="2781555"/>
            <a:ext cx="6768752" cy="48199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fr-F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yarn create vite vue-demo --template vue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endParaRPr lang="zh-CN" altLang="en-US" sz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191233" y="3358510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项目创建完成后，执行如下命令进入项目目录，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启动项目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646934" y="3934574"/>
            <a:ext cx="6768752" cy="122341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s-E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cd vue-demo</a:t>
            </a:r>
            <a:endParaRPr lang="es-E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s-E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yarn</a:t>
            </a:r>
            <a:endParaRPr lang="es-E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s-E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yarn dev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endParaRPr lang="zh-CN" altLang="en-US" sz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191233" y="5344780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项目启动后，可以使用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URL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地址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进行访问。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单文件组件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655046" y="1614449"/>
            <a:ext cx="3672408" cy="45722"/>
            <a:chOff x="4655046" y="1614449"/>
            <a:chExt cx="3672408" cy="45722"/>
          </a:xfrm>
        </p:grpSpPr>
        <p:cxnSp>
          <p:nvCxnSpPr>
            <p:cNvPr id="4" name="直线连接符 8"/>
            <p:cNvCxnSpPr>
              <a:stCxn id="5" idx="6"/>
              <a:endCxn id="6" idx="6"/>
            </p:cNvCxnSpPr>
            <p:nvPr/>
          </p:nvCxnSpPr>
          <p:spPr>
            <a:xfrm>
              <a:off x="4700765" y="1637309"/>
              <a:ext cx="3626689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椭圆 4"/>
            <p:cNvSpPr/>
            <p:nvPr/>
          </p:nvSpPr>
          <p:spPr>
            <a:xfrm>
              <a:off x="4655046" y="1614449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8281735" y="1614452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7" name="1"/>
          <p:cNvSpPr txBox="1"/>
          <p:nvPr>
            <p:custDataLst>
              <p:tags r:id="rId1"/>
            </p:custDataLst>
          </p:nvPr>
        </p:nvSpPr>
        <p:spPr>
          <a:xfrm>
            <a:off x="4875584" y="1120208"/>
            <a:ext cx="323133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演示单文件组件的使用方法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8" name="箭头: 五边形 31"/>
          <p:cNvSpPr/>
          <p:nvPr/>
        </p:nvSpPr>
        <p:spPr>
          <a:xfrm>
            <a:off x="1107710" y="2925738"/>
            <a:ext cx="1638298" cy="515997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cxnSp>
        <p:nvCxnSpPr>
          <p:cNvPr id="9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2780980" y="3124497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2804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2804" y="380888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42804" y="4653930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42804" y="2952904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42804" y="542195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214886" y="1989634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VS Code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编辑器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打开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D:\vue\chapter02\vue-demo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目录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单文件组件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792" y="2736871"/>
            <a:ext cx="2524125" cy="3400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655046" y="1614449"/>
            <a:ext cx="3672408" cy="45722"/>
            <a:chOff x="4655046" y="1614449"/>
            <a:chExt cx="3672408" cy="45722"/>
          </a:xfrm>
        </p:grpSpPr>
        <p:cxnSp>
          <p:nvCxnSpPr>
            <p:cNvPr id="4" name="直线连接符 8"/>
            <p:cNvCxnSpPr>
              <a:stCxn id="5" idx="6"/>
              <a:endCxn id="6" idx="6"/>
            </p:cNvCxnSpPr>
            <p:nvPr/>
          </p:nvCxnSpPr>
          <p:spPr>
            <a:xfrm>
              <a:off x="4700765" y="1637309"/>
              <a:ext cx="3626689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椭圆 4"/>
            <p:cNvSpPr/>
            <p:nvPr/>
          </p:nvSpPr>
          <p:spPr>
            <a:xfrm>
              <a:off x="4655046" y="1614449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8281735" y="1614452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7" name="1"/>
          <p:cNvSpPr txBox="1"/>
          <p:nvPr>
            <p:custDataLst>
              <p:tags r:id="rId1"/>
            </p:custDataLst>
          </p:nvPr>
        </p:nvSpPr>
        <p:spPr>
          <a:xfrm>
            <a:off x="4875584" y="1120208"/>
            <a:ext cx="323133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演示单文件组件的使用方法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8" name="箭头: 五边形 31"/>
          <p:cNvSpPr/>
          <p:nvPr/>
        </p:nvSpPr>
        <p:spPr>
          <a:xfrm>
            <a:off x="1096505" y="3808883"/>
            <a:ext cx="1638298" cy="515997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cxnSp>
        <p:nvCxnSpPr>
          <p:cNvPr id="9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2780980" y="3980476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2804" y="3836049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2804" y="4653930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42804" y="296383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42804" y="542195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42804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214800" y="2167200"/>
            <a:ext cx="84485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style.css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文件中的样式代码全部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，从而避免项目创建时自带的样式代码影响本案例的实现效果。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单文件组件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655046" y="1614449"/>
            <a:ext cx="3672408" cy="45722"/>
            <a:chOff x="4655046" y="1614449"/>
            <a:chExt cx="3672408" cy="45722"/>
          </a:xfrm>
        </p:grpSpPr>
        <p:cxnSp>
          <p:nvCxnSpPr>
            <p:cNvPr id="4" name="直线连接符 8"/>
            <p:cNvCxnSpPr>
              <a:stCxn id="5" idx="6"/>
              <a:endCxn id="6" idx="6"/>
            </p:cNvCxnSpPr>
            <p:nvPr/>
          </p:nvCxnSpPr>
          <p:spPr>
            <a:xfrm>
              <a:off x="4700765" y="1637309"/>
              <a:ext cx="3626689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椭圆 4"/>
            <p:cNvSpPr/>
            <p:nvPr/>
          </p:nvSpPr>
          <p:spPr>
            <a:xfrm>
              <a:off x="4655046" y="1614449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8281735" y="1614452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7" name="1"/>
          <p:cNvSpPr txBox="1"/>
          <p:nvPr>
            <p:custDataLst>
              <p:tags r:id="rId1"/>
            </p:custDataLst>
          </p:nvPr>
        </p:nvSpPr>
        <p:spPr>
          <a:xfrm>
            <a:off x="4875584" y="1120208"/>
            <a:ext cx="323133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演示单文件组件的使用方法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2780980" y="4840748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0" name="箭头: 五边形 31"/>
          <p:cNvSpPr/>
          <p:nvPr/>
        </p:nvSpPr>
        <p:spPr>
          <a:xfrm>
            <a:off x="1096505" y="4641989"/>
            <a:ext cx="1638298" cy="515997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4000" y="380888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4000" y="4669155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44000" y="296383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44000" y="542195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44000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Demo.vue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文件，该文件是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Demo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790950" y="2644693"/>
            <a:ext cx="6840760" cy="341632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2pPr lvl="1">
              <a:lnSpc>
                <a:spcPct val="150000"/>
              </a:lnSpc>
              <a:defRPr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2pPr>
          </a:lstStyle>
          <a:p>
            <a:pPr lvl="1"/>
            <a:r>
              <a:rPr lang="en-US" altLang="zh-CN" dirty="0"/>
              <a:t>&lt;template&gt;</a:t>
            </a:r>
            <a:endParaRPr lang="en-US" altLang="zh-CN" dirty="0"/>
          </a:p>
          <a:p>
            <a:pPr lvl="1"/>
            <a:r>
              <a:rPr lang="en-US" altLang="zh-CN" dirty="0"/>
              <a:t>  &lt;div class="demo"&gt;Demo</a:t>
            </a:r>
            <a:r>
              <a:rPr lang="zh-CN" altLang="en-US" dirty="0"/>
              <a:t>组件</a:t>
            </a:r>
            <a:r>
              <a:rPr lang="en-US" altLang="zh-CN" dirty="0"/>
              <a:t>&lt;/div&gt;</a:t>
            </a:r>
            <a:endParaRPr lang="en-US" altLang="zh-CN" dirty="0"/>
          </a:p>
          <a:p>
            <a:pPr lvl="1"/>
            <a:r>
              <a:rPr lang="en-US" altLang="zh-CN" dirty="0"/>
              <a:t>&lt;/template&gt;</a:t>
            </a:r>
            <a:endParaRPr lang="en-US" altLang="zh-CN" dirty="0"/>
          </a:p>
          <a:p>
            <a:pPr lvl="1"/>
            <a:r>
              <a:rPr lang="en-US" altLang="zh-CN" dirty="0"/>
              <a:t>&lt;style&gt;</a:t>
            </a:r>
            <a:endParaRPr lang="en-US" altLang="zh-CN" dirty="0"/>
          </a:p>
          <a:p>
            <a:pPr lvl="1"/>
            <a:r>
              <a:rPr lang="en-US" altLang="zh-CN" dirty="0"/>
              <a:t>.demo {</a:t>
            </a:r>
            <a:endParaRPr lang="en-US" altLang="zh-CN" dirty="0"/>
          </a:p>
          <a:p>
            <a:pPr lvl="1"/>
            <a:r>
              <a:rPr lang="en-US" altLang="zh-CN" dirty="0"/>
              <a:t>  font-size: 22px;</a:t>
            </a:r>
            <a:endParaRPr lang="en-US" altLang="zh-CN" dirty="0"/>
          </a:p>
          <a:p>
            <a:pPr lvl="1"/>
            <a:r>
              <a:rPr lang="en-US" altLang="zh-CN" dirty="0"/>
              <a:t>  font-weight: bold;</a:t>
            </a:r>
            <a:endParaRPr lang="en-US" altLang="zh-CN" dirty="0"/>
          </a:p>
          <a:p>
            <a:pPr lvl="1"/>
            <a:r>
              <a:rPr lang="en-US" altLang="zh-CN" dirty="0"/>
              <a:t>}</a:t>
            </a:r>
            <a:endParaRPr lang="en-US" altLang="zh-CN" dirty="0"/>
          </a:p>
          <a:p>
            <a:pPr lvl="1"/>
            <a:r>
              <a:rPr lang="en-US" altLang="zh-CN" dirty="0"/>
              <a:t>&lt;/style&gt;</a:t>
            </a:r>
            <a:endParaRPr lang="en-US" altLang="zh-CN" dirty="0"/>
          </a:p>
        </p:txBody>
      </p:sp>
      <p:sp>
        <p:nvSpPr>
          <p:cNvPr id="1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单文件组件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655046" y="1614449"/>
            <a:ext cx="3672408" cy="45722"/>
            <a:chOff x="4655046" y="1614449"/>
            <a:chExt cx="3672408" cy="45722"/>
          </a:xfrm>
        </p:grpSpPr>
        <p:cxnSp>
          <p:nvCxnSpPr>
            <p:cNvPr id="4" name="直线连接符 8"/>
            <p:cNvCxnSpPr>
              <a:stCxn id="5" idx="6"/>
              <a:endCxn id="6" idx="6"/>
            </p:cNvCxnSpPr>
            <p:nvPr/>
          </p:nvCxnSpPr>
          <p:spPr>
            <a:xfrm>
              <a:off x="4700765" y="1637309"/>
              <a:ext cx="3626689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椭圆 4"/>
            <p:cNvSpPr/>
            <p:nvPr/>
          </p:nvSpPr>
          <p:spPr>
            <a:xfrm>
              <a:off x="4655046" y="1614449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8281735" y="1614452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7" name="1"/>
          <p:cNvSpPr txBox="1"/>
          <p:nvPr>
            <p:custDataLst>
              <p:tags r:id="rId1"/>
            </p:custDataLst>
          </p:nvPr>
        </p:nvSpPr>
        <p:spPr>
          <a:xfrm>
            <a:off x="4875584" y="1120208"/>
            <a:ext cx="323133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演示单文件组件的使用方法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2766203" y="5593549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0" name="箭头: 五边形 31"/>
          <p:cNvSpPr/>
          <p:nvPr/>
        </p:nvSpPr>
        <p:spPr>
          <a:xfrm>
            <a:off x="1096505" y="5374010"/>
            <a:ext cx="1638298" cy="515997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4000" y="380888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4000" y="4653930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44000" y="296383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44000" y="540117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44000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214800" y="2167200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切换页面中显示的组件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646934" y="2997746"/>
            <a:ext cx="6768752" cy="48199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Demo.vue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endParaRPr lang="zh-CN" altLang="en-US" sz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单文件组件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组件的页面效果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/>
          <p:nvPr/>
        </p:nvPicPr>
        <p:blipFill>
          <a:blip r:embed="rId1"/>
          <a:stretch>
            <a:fillRect/>
          </a:stretch>
        </p:blipFill>
        <p:spPr>
          <a:xfrm>
            <a:off x="1815131" y="2422800"/>
            <a:ext cx="8560151" cy="2148377"/>
          </a:xfrm>
          <a:prstGeom prst="rect">
            <a:avLst/>
          </a:prstGeom>
        </p:spPr>
      </p:pic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单文件组件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数据绑定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971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数据绑定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定义数据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并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将数据渲染到页面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中</a:t>
            </a:r>
            <a:endParaRPr lang="zh-CN" altLang="en-US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4943079" y="1701604"/>
            <a:ext cx="5804271" cy="2736304"/>
            <a:chOff x="4943079" y="1701603"/>
            <a:chExt cx="5804271" cy="3528393"/>
          </a:xfrm>
        </p:grpSpPr>
        <p:sp>
          <p:nvSpPr>
            <p:cNvPr id="5" name="圆角矩形标注 11"/>
            <p:cNvSpPr/>
            <p:nvPr/>
          </p:nvSpPr>
          <p:spPr bwMode="auto">
            <a:xfrm rot="5400000">
              <a:off x="6081018" y="563664"/>
              <a:ext cx="3528393" cy="5804271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6" name="矩形 5"/>
            <p:cNvSpPr>
              <a:spLocks noChangeArrowheads="1"/>
            </p:cNvSpPr>
            <p:nvPr/>
          </p:nvSpPr>
          <p:spPr bwMode="auto">
            <a:xfrm>
              <a:off x="5337449" y="1953063"/>
              <a:ext cx="5111751" cy="3095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Vue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数据绑定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实现了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数据与页面相分离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，从而实现了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数据驱动视图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的效果。即将页面中的数据分离出来，放到组件的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&lt;script&gt;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中，通过程序操作数据，并且当数据改变时，页面会自动发生改变。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10630" y="923630"/>
            <a:ext cx="963539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数据绑定分为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0" name="原创设计师QQ598969553          _3"/>
          <p:cNvSpPr/>
          <p:nvPr/>
        </p:nvSpPr>
        <p:spPr>
          <a:xfrm>
            <a:off x="1002350" y="2020666"/>
            <a:ext cx="4590731" cy="1475753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原创设计师QQ598969553          _4"/>
          <p:cNvSpPr/>
          <p:nvPr/>
        </p:nvSpPr>
        <p:spPr>
          <a:xfrm>
            <a:off x="1335725" y="2305190"/>
            <a:ext cx="3923980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由于数据和页面是分离的，在实现数据显示之前，需要先在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&lt;script&gt;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中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组件所需的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原创设计师QQ598969553          _5"/>
          <p:cNvSpPr/>
          <p:nvPr/>
        </p:nvSpPr>
        <p:spPr>
          <a:xfrm>
            <a:off x="1002349" y="4230509"/>
            <a:ext cx="4590731" cy="1647557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原创设计师QQ598969553          _6"/>
          <p:cNvSpPr/>
          <p:nvPr/>
        </p:nvSpPr>
        <p:spPr>
          <a:xfrm>
            <a:off x="1657956" y="1786583"/>
            <a:ext cx="3279515" cy="462161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4" name="原创设计师QQ598969553          _7"/>
          <p:cNvSpPr txBox="1"/>
          <p:nvPr/>
        </p:nvSpPr>
        <p:spPr>
          <a:xfrm>
            <a:off x="1889202" y="1836381"/>
            <a:ext cx="2797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定义数据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原创设计师QQ598969553          _8"/>
          <p:cNvSpPr/>
          <p:nvPr/>
        </p:nvSpPr>
        <p:spPr>
          <a:xfrm>
            <a:off x="1657956" y="4037733"/>
            <a:ext cx="3279515" cy="462161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22860" tIns="22860" rIns="22860" bIns="22860" numCol="1" spcCol="1270" anchor="ctr" anchorCtr="0">
            <a:noAutofit/>
          </a:bodyPr>
          <a:lstStyle/>
          <a:p>
            <a:pPr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800">
              <a:solidFill>
                <a:srgbClr val="FFFFFF"/>
              </a:solidFill>
              <a:latin typeface="Lato Light"/>
              <a:cs typeface="Lato Light"/>
              <a:sym typeface="+mn-lt"/>
            </a:endParaRPr>
          </a:p>
        </p:txBody>
      </p:sp>
      <p:sp>
        <p:nvSpPr>
          <p:cNvPr id="26" name="原创设计师QQ598969553          _9"/>
          <p:cNvSpPr txBox="1"/>
          <p:nvPr/>
        </p:nvSpPr>
        <p:spPr>
          <a:xfrm>
            <a:off x="1870152" y="4090011"/>
            <a:ext cx="2797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输出数据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7" name="原创设计师QQ598969553          _10"/>
          <p:cNvSpPr/>
          <p:nvPr/>
        </p:nvSpPr>
        <p:spPr>
          <a:xfrm>
            <a:off x="1335725" y="4628158"/>
            <a:ext cx="3923980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Vue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为开发者提供了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Mustache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语法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（又称为双大括号语法），将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数据输出到页面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中。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8" name="Picture 2" descr="C:\Users\Administrator\Desktop\ppt展示模板-8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392014" y="2228702"/>
            <a:ext cx="5059808" cy="3044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矩形 28"/>
          <p:cNvSpPr/>
          <p:nvPr/>
        </p:nvSpPr>
        <p:spPr>
          <a:xfrm>
            <a:off x="7085008" y="2604842"/>
            <a:ext cx="3665189" cy="2112881"/>
          </a:xfrm>
          <a:prstGeom prst="rect">
            <a:avLst/>
          </a:prstGeom>
          <a:blipFill>
            <a:blip r:embed="rId2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43691" y="1565770"/>
            <a:ext cx="96353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的语法格式如下。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82800" y="1011096"/>
            <a:ext cx="2160240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定义数据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638822" y="2307340"/>
            <a:ext cx="6840760" cy="378565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2pPr lvl="1">
              <a:lnSpc>
                <a:spcPct val="150000"/>
              </a:lnSpc>
              <a:defRPr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2pPr>
          </a:lstStyle>
          <a:p>
            <a:pPr lvl="1"/>
            <a:r>
              <a:rPr lang="en-US" altLang="zh-CN" dirty="0"/>
              <a:t>&lt;script&gt;</a:t>
            </a:r>
            <a:endParaRPr lang="en-US" altLang="zh-CN" dirty="0"/>
          </a:p>
          <a:p>
            <a:pPr lvl="1"/>
            <a:r>
              <a:rPr lang="en-US" altLang="zh-CN" dirty="0"/>
              <a:t>export default {</a:t>
            </a:r>
            <a:endParaRPr lang="en-US" altLang="zh-CN" dirty="0"/>
          </a:p>
          <a:p>
            <a:pPr lvl="1"/>
            <a:r>
              <a:rPr lang="en-US" altLang="zh-CN" dirty="0"/>
              <a:t>  setup() {</a:t>
            </a:r>
            <a:endParaRPr lang="en-US" altLang="zh-CN" dirty="0"/>
          </a:p>
          <a:p>
            <a:pPr lvl="1"/>
            <a:r>
              <a:rPr lang="en-US" altLang="zh-CN" dirty="0"/>
              <a:t>    return {</a:t>
            </a:r>
            <a:endParaRPr lang="en-US" altLang="zh-CN" dirty="0"/>
          </a:p>
          <a:p>
            <a:pPr lvl="1"/>
            <a:r>
              <a:rPr lang="en-US" altLang="zh-CN" dirty="0"/>
              <a:t>      </a:t>
            </a:r>
            <a:r>
              <a:rPr lang="zh-CN" altLang="en-US" dirty="0"/>
              <a:t>数据名</a:t>
            </a:r>
            <a:r>
              <a:rPr lang="en-US" altLang="zh-CN" dirty="0"/>
              <a:t>: </a:t>
            </a:r>
            <a:r>
              <a:rPr lang="zh-CN" altLang="en-US" dirty="0"/>
              <a:t>数据值</a:t>
            </a:r>
            <a:r>
              <a:rPr lang="en-US" altLang="zh-CN" dirty="0"/>
              <a:t>,</a:t>
            </a:r>
            <a:endParaRPr lang="en-US" altLang="zh-CN" dirty="0"/>
          </a:p>
          <a:p>
            <a:pPr lvl="1"/>
            <a:r>
              <a:rPr lang="en-US" altLang="zh-CN" dirty="0"/>
              <a:t>      ……</a:t>
            </a:r>
            <a:endParaRPr lang="en-US" altLang="zh-CN" dirty="0"/>
          </a:p>
          <a:p>
            <a:pPr lvl="1"/>
            <a:r>
              <a:rPr lang="en-US" altLang="zh-CN" dirty="0"/>
              <a:t>    }</a:t>
            </a:r>
            <a:endParaRPr lang="en-US" altLang="zh-CN" dirty="0"/>
          </a:p>
          <a:p>
            <a:pPr lvl="1"/>
            <a:r>
              <a:rPr lang="en-US" altLang="zh-CN" dirty="0"/>
              <a:t>  }</a:t>
            </a:r>
            <a:endParaRPr lang="en-US" altLang="zh-CN" dirty="0"/>
          </a:p>
          <a:p>
            <a:pPr lvl="1"/>
            <a:r>
              <a:rPr lang="en-US" altLang="zh-CN" dirty="0"/>
              <a:t>}</a:t>
            </a:r>
            <a:endParaRPr lang="en-US" altLang="zh-CN" dirty="0"/>
          </a:p>
          <a:p>
            <a:pPr lvl="1"/>
            <a:r>
              <a:rPr lang="en-US" altLang="zh-CN" dirty="0"/>
              <a:t>&lt;/script&gt;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43691" y="1358768"/>
            <a:ext cx="96353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为了让代码更简洁，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setup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Syntactic Sugar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），使用它可以简化上述语法，提高开发效率。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setup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语法糖来定义数据的语法格式如下。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674826" y="3573810"/>
            <a:ext cx="6840760" cy="1200329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2pPr lvl="1">
              <a:lnSpc>
                <a:spcPct val="150000"/>
              </a:lnSpc>
              <a:defRPr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2pPr>
          </a:lstStyle>
          <a:p>
            <a:pPr lvl="1"/>
            <a:r>
              <a:rPr lang="en-US" altLang="zh-CN" dirty="0"/>
              <a:t>&lt;script setup&gt;</a:t>
            </a:r>
            <a:endParaRPr lang="en-US" altLang="zh-CN" dirty="0"/>
          </a:p>
          <a:p>
            <a:pPr lvl="1"/>
            <a:r>
              <a:rPr lang="en-US" altLang="zh-CN" dirty="0" err="1"/>
              <a:t>const</a:t>
            </a:r>
            <a:r>
              <a:rPr lang="en-US" altLang="zh-CN" dirty="0"/>
              <a:t> </a:t>
            </a:r>
            <a:r>
              <a:rPr lang="zh-CN" altLang="en-US" dirty="0"/>
              <a:t>数据名 </a:t>
            </a:r>
            <a:r>
              <a:rPr lang="en-US" altLang="zh-CN" dirty="0"/>
              <a:t>= </a:t>
            </a:r>
            <a:r>
              <a:rPr lang="zh-CN" altLang="en-US" dirty="0"/>
              <a:t>数据值</a:t>
            </a:r>
            <a:endParaRPr lang="zh-CN" altLang="en-US" dirty="0"/>
          </a:p>
          <a:p>
            <a:pPr lvl="1"/>
            <a:r>
              <a:rPr lang="en-US" altLang="zh-CN" dirty="0"/>
              <a:t>&lt;/script&gt;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43691" y="1565770"/>
            <a:ext cx="96353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为开发者提供了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Mustache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语法（又称为双大括号语法），使用该语法时相当于在模板中放入占位符，其语法格式如下。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82638" y="1011096"/>
            <a:ext cx="2160240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输出数据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674826" y="2637706"/>
            <a:ext cx="6840760" cy="41819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2pPr lvl="1">
              <a:lnSpc>
                <a:spcPct val="150000"/>
              </a:lnSpc>
              <a:defRPr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2pPr>
          </a:lstStyle>
          <a:p>
            <a:pPr lvl="1"/>
            <a:r>
              <a:rPr lang="en-US" altLang="zh-CN" dirty="0"/>
              <a:t>{{ </a:t>
            </a:r>
            <a:r>
              <a:rPr lang="zh-CN" altLang="zh-CN" dirty="0"/>
              <a:t>数据名</a:t>
            </a:r>
            <a:r>
              <a:rPr lang="en-US" altLang="zh-CN" dirty="0"/>
              <a:t> }}</a:t>
            </a:r>
            <a:endParaRPr lang="zh-CN" altLang="zh-CN" dirty="0"/>
          </a:p>
        </p:txBody>
      </p:sp>
      <p:sp>
        <p:nvSpPr>
          <p:cNvPr id="8" name="矩形 7"/>
          <p:cNvSpPr/>
          <p:nvPr/>
        </p:nvSpPr>
        <p:spPr>
          <a:xfrm>
            <a:off x="3286894" y="2732796"/>
            <a:ext cx="1152128" cy="311575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270670" y="4555062"/>
            <a:ext cx="72368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当页面渲染时，模板中的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{{ 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数据名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}}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会被替换为实际的数据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H="1">
            <a:off x="3934966" y="3044371"/>
            <a:ext cx="44207" cy="15106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3691" y="1630800"/>
            <a:ext cx="9635399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Mustache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语法中还可以将表达式的值作为输出内容。表达式的值可以是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等类型，示例代码如下。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74826" y="3141762"/>
            <a:ext cx="6840760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2pPr lvl="1">
              <a:lnSpc>
                <a:spcPct val="150000"/>
              </a:lnSpc>
              <a:defRPr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2pPr>
          </a:lstStyle>
          <a:p>
            <a:pPr lvl="1"/>
            <a:r>
              <a:rPr lang="en-US" altLang="zh-CN" dirty="0"/>
              <a:t>{{ 'Hello Vue.js' }}</a:t>
            </a:r>
            <a:endParaRPr lang="en-US" altLang="zh-CN" dirty="0"/>
          </a:p>
          <a:p>
            <a:pPr lvl="1"/>
            <a:r>
              <a:rPr lang="en-US" altLang="zh-CN" dirty="0"/>
              <a:t>{{ number + 1 }}</a:t>
            </a:r>
            <a:endParaRPr lang="en-US" altLang="zh-CN" dirty="0"/>
          </a:p>
          <a:p>
            <a:pPr lvl="1"/>
            <a:r>
              <a:rPr lang="en-US" altLang="zh-CN" dirty="0"/>
              <a:t>{{ obj.name }}</a:t>
            </a:r>
            <a:endParaRPr lang="en-US" altLang="zh-CN" dirty="0"/>
          </a:p>
          <a:p>
            <a:pPr lvl="1"/>
            <a:r>
              <a:rPr lang="en-US" altLang="zh-CN" dirty="0"/>
              <a:t>{{ ok ? 'YES' : 'NO' }}</a:t>
            </a:r>
            <a:endParaRPr lang="en-US" altLang="zh-CN" dirty="0"/>
          </a:p>
          <a:p>
            <a:pPr lvl="1"/>
            <a:r>
              <a:rPr lang="en-US" altLang="zh-CN" dirty="0"/>
              <a:t>{{ '&lt;div&gt;HTML</a:t>
            </a:r>
            <a:r>
              <a:rPr lang="zh-CN" altLang="en-US" dirty="0"/>
              <a:t>标签</a:t>
            </a:r>
            <a:r>
              <a:rPr lang="en-US" altLang="zh-CN" dirty="0"/>
              <a:t>&lt;/div&gt;' }}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数据绑定的实现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9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Message.vue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66716" y="2735672"/>
            <a:ext cx="7469049" cy="152618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&lt;template&gt;{{ message }}&lt;/template&gt;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message = 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不积跬步，无以至千里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501140" y="2853730"/>
            <a:ext cx="1276547" cy="311575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4439022" y="4675996"/>
            <a:ext cx="369041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用于在模板中输出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message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6139413" y="3165305"/>
            <a:ext cx="27801" cy="15106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数据绑定的实现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cxnSp>
        <p:nvCxnSpPr>
          <p:cNvPr id="4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32983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032983" y="4437906"/>
            <a:ext cx="1870428" cy="515997"/>
            <a:chOff x="1032983" y="4437906"/>
            <a:chExt cx="1870428" cy="515997"/>
          </a:xfrm>
        </p:grpSpPr>
        <p:sp>
          <p:nvSpPr>
            <p:cNvPr id="5" name="椭圆 4"/>
            <p:cNvSpPr/>
            <p:nvPr/>
          </p:nvSpPr>
          <p:spPr>
            <a:xfrm>
              <a:off x="2784934" y="4636665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" name="箭头: 五边形 31"/>
            <p:cNvSpPr/>
            <p:nvPr/>
          </p:nvSpPr>
          <p:spPr>
            <a:xfrm>
              <a:off x="1107710" y="4437906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2983" y="4465072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6716" y="2735672"/>
            <a:ext cx="7469049" cy="46166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Message.vue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6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数据绑定的页面效果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2230326" y="2422800"/>
            <a:ext cx="7729760" cy="1717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81898" y="1262275"/>
            <a:ext cx="4910302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91860" y="1402476"/>
            <a:ext cx="4667442" cy="400110"/>
          </a:xfrm>
          <a:prstGeom prst="rect">
            <a:avLst/>
          </a:prstGeom>
          <a:solidFill>
            <a:srgbClr val="1369B2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多学一招：将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Vue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引入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HTML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页面中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192502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380231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形 11" descr="讲故事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2639" y="1045642"/>
            <a:ext cx="936104" cy="93610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144800" y="2565698"/>
            <a:ext cx="10224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前面学习的方式是通过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Vite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创建一个新的项目，这个项目中不仅有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，而且整合了一系列辅助开发的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工具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其实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的使用方式非常灵活，它还提供了另一种使用方式，就是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引入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。但这种方式只能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的核心功能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，所以只适合开发一些简单的页面，在实际开发中一般不用这种方式。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3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2780980" y="2340236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6" name="箭头: 五边形 31"/>
          <p:cNvSpPr/>
          <p:nvPr/>
        </p:nvSpPr>
        <p:spPr>
          <a:xfrm>
            <a:off x="1107710" y="2141478"/>
            <a:ext cx="1638298" cy="515997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46375" y="2168644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1"/>
          <p:cNvSpPr txBox="1"/>
          <p:nvPr>
            <p:custDataLst>
              <p:tags r:id="rId1"/>
            </p:custDataLst>
          </p:nvPr>
        </p:nvSpPr>
        <p:spPr>
          <a:xfrm>
            <a:off x="3751875" y="1115322"/>
            <a:ext cx="561662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演示如何将</a:t>
            </a:r>
            <a:r>
              <a:rPr lang="en-US" altLang="zh-CN" sz="2000" b="1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Vue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引入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HTML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页面中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11915" y="1609578"/>
            <a:ext cx="4896544" cy="45722"/>
            <a:chOff x="4150990" y="1614449"/>
            <a:chExt cx="4896544" cy="45722"/>
          </a:xfrm>
        </p:grpSpPr>
        <p:cxnSp>
          <p:nvCxnSpPr>
            <p:cNvPr id="20" name="直线连接符 8"/>
            <p:cNvCxnSpPr>
              <a:stCxn id="21" idx="2"/>
              <a:endCxn id="22" idx="6"/>
            </p:cNvCxnSpPr>
            <p:nvPr/>
          </p:nvCxnSpPr>
          <p:spPr>
            <a:xfrm>
              <a:off x="4150990" y="1637309"/>
              <a:ext cx="4896544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4150990" y="1614449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9001815" y="1614452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3191233" y="1701602"/>
            <a:ext cx="84485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D:\vue\chapter02\helloworld.html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文件，在该文件中通过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引入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574926" y="2659186"/>
            <a:ext cx="8064896" cy="378565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&lt;!DOCTYPE html&gt;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&lt;html&gt;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&lt;head&gt;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&lt;meta charset="UTF-8"&gt;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&lt;title&gt;Hello World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&lt;/title&gt;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&lt;script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="https://unpkg.com/vue@3/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/vue.global.js"&gt;&lt;/script&gt;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&lt;/head&gt;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&lt;body&gt;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&lt;/html&gt;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46375" y="5128369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46375" y="371782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3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箭头: 五边形 31"/>
          <p:cNvSpPr/>
          <p:nvPr/>
        </p:nvSpPr>
        <p:spPr>
          <a:xfrm>
            <a:off x="1107710" y="3705885"/>
            <a:ext cx="1638298" cy="515997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91233" y="1701602"/>
            <a:ext cx="84485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在页面中定义一个用于被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应用实例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控制的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区域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，使开发者可以将数据填充到该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区域中。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30910" y="3051971"/>
            <a:ext cx="7128792" cy="142295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 id="app"&gt;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&lt;p&gt;{{ message }}&lt;/p&gt;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796102" y="3904644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111915" y="1609578"/>
            <a:ext cx="4896544" cy="45722"/>
            <a:chOff x="4150990" y="1614449"/>
            <a:chExt cx="4896544" cy="45722"/>
          </a:xfrm>
        </p:grpSpPr>
        <p:cxnSp>
          <p:nvCxnSpPr>
            <p:cNvPr id="10" name="直线连接符 8"/>
            <p:cNvCxnSpPr>
              <a:stCxn id="11" idx="2"/>
              <a:endCxn id="12" idx="6"/>
            </p:cNvCxnSpPr>
            <p:nvPr/>
          </p:nvCxnSpPr>
          <p:spPr>
            <a:xfrm>
              <a:off x="4150990" y="1637309"/>
              <a:ext cx="4896544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4150990" y="1614449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9001815" y="1614452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046375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46375" y="5128369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46375" y="3733051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1"/>
          <p:cNvSpPr txBox="1"/>
          <p:nvPr>
            <p:custDataLst>
              <p:tags r:id="rId1"/>
            </p:custDataLst>
          </p:nvPr>
        </p:nvSpPr>
        <p:spPr>
          <a:xfrm>
            <a:off x="3751875" y="1115322"/>
            <a:ext cx="561662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演示如何将</a:t>
            </a:r>
            <a:r>
              <a:rPr lang="en-US" altLang="zh-CN" sz="2000" b="1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Vue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引入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HTML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页面中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箭头: 五边形 31"/>
          <p:cNvSpPr/>
          <p:nvPr/>
        </p:nvSpPr>
        <p:spPr>
          <a:xfrm>
            <a:off x="1108800" y="5101200"/>
            <a:ext cx="1638298" cy="515997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1"/>
          <p:cNvSpPr txBox="1"/>
          <p:nvPr>
            <p:custDataLst>
              <p:tags r:id="rId1"/>
            </p:custDataLst>
          </p:nvPr>
        </p:nvSpPr>
        <p:spPr>
          <a:xfrm>
            <a:off x="3751875" y="1115322"/>
            <a:ext cx="561662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演示如何将</a:t>
            </a:r>
            <a:r>
              <a:rPr lang="en-US" altLang="zh-CN" sz="2000" b="1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Vue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引入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HTML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页面中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结束标签前编写代码，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应用实例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61851" y="2421682"/>
            <a:ext cx="7128792" cy="380597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fr-F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&lt;script&gt;</a:t>
            </a:r>
            <a:endParaRPr lang="fr-F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fr-F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 vm = Vue.createApp({</a:t>
            </a:r>
            <a:endParaRPr lang="fr-F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fr-F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setup() {</a:t>
            </a:r>
            <a:endParaRPr lang="fr-F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fr-F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return {</a:t>
            </a:r>
            <a:endParaRPr lang="fr-F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fr-F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message: 'Hello World!'</a:t>
            </a:r>
            <a:endParaRPr lang="fr-F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fr-F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}</a:t>
            </a:r>
            <a:endParaRPr lang="fr-F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fr-F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}</a:t>
            </a:r>
            <a:endParaRPr lang="fr-F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fr-F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})</a:t>
            </a:r>
            <a:endParaRPr lang="fr-F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fr-F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vm.mount('#app')</a:t>
            </a:r>
            <a:endParaRPr lang="fr-F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fr-F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fr-F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endParaRPr lang="zh-CN" altLang="en-US" sz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2780980" y="5299961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111915" y="1609578"/>
            <a:ext cx="4896544" cy="45722"/>
            <a:chOff x="4150990" y="1614449"/>
            <a:chExt cx="4896544" cy="45722"/>
          </a:xfrm>
        </p:grpSpPr>
        <p:cxnSp>
          <p:nvCxnSpPr>
            <p:cNvPr id="11" name="直线连接符 8"/>
            <p:cNvCxnSpPr>
              <a:stCxn id="12" idx="2"/>
              <a:endCxn id="13" idx="6"/>
            </p:cNvCxnSpPr>
            <p:nvPr/>
          </p:nvCxnSpPr>
          <p:spPr>
            <a:xfrm>
              <a:off x="4150990" y="1637309"/>
              <a:ext cx="4896544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4150990" y="1614449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9001815" y="1614452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046375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46375" y="512836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46375" y="371782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通过浏览器访问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helloworld.html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页面的效果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/>
          <p:cNvPicPr/>
          <p:nvPr/>
        </p:nvPicPr>
        <p:blipFill>
          <a:blip r:embed="rId1"/>
          <a:stretch>
            <a:fillRect/>
          </a:stretch>
        </p:blipFill>
        <p:spPr>
          <a:xfrm>
            <a:off x="1499513" y="2422800"/>
            <a:ext cx="9191386" cy="19620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1009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响应式数据绑定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定义数据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并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将数据渲染到页面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中</a:t>
            </a:r>
            <a:endParaRPr lang="zh-CN" altLang="en-US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组合 17"/>
          <p:cNvGrpSpPr/>
          <p:nvPr/>
        </p:nvGrpSpPr>
        <p:grpSpPr bwMode="auto">
          <a:xfrm>
            <a:off x="5060043" y="1644870"/>
            <a:ext cx="5732263" cy="4247316"/>
            <a:chOff x="3403598" y="2525449"/>
            <a:chExt cx="5040490" cy="3430468"/>
          </a:xfrm>
        </p:grpSpPr>
        <p:sp>
          <p:nvSpPr>
            <p:cNvPr id="19" name="圆角矩形标注 11"/>
            <p:cNvSpPr/>
            <p:nvPr/>
          </p:nvSpPr>
          <p:spPr bwMode="auto">
            <a:xfrm rot="5400000">
              <a:off x="4220480" y="1720438"/>
              <a:ext cx="3406725" cy="5040490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0" name="矩形 5"/>
            <p:cNvSpPr>
              <a:spLocks noChangeArrowheads="1"/>
            </p:cNvSpPr>
            <p:nvPr/>
          </p:nvSpPr>
          <p:spPr bwMode="auto">
            <a:xfrm>
              <a:off x="3617339" y="2525449"/>
              <a:ext cx="4598579" cy="3430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如果想要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实现页面中数据的更新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，则需要进行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响应式数据绑定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，也就是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将数据定义成响应式数据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Vue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为开发者提供了如下函数用于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定义响应式数据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ref()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reactive()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en-US" altLang="zh-CN" sz="20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toRef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()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en-US" altLang="zh-CN" sz="20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toRefs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()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10730" y="3069754"/>
            <a:ext cx="8568952" cy="50783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响应式数据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ref(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82800" y="1080000"/>
            <a:ext cx="3792220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ref()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622598" y="1911740"/>
            <a:ext cx="10521835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ref()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将数据转换成响应式数据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，其参数为数据，返回值为转换后的响应式数据。使用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ref()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函数定义响应式数据的语法格式如下。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10730" y="4675995"/>
            <a:ext cx="8568952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响应式数据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.value =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新值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endParaRPr lang="zh-CN" altLang="en-US" sz="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622598" y="3999972"/>
            <a:ext cx="10521835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如果需要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更改响应式数据的值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，可以使用如下语法格式进行修改。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ref()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函数的使用方法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9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Ref.vue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565698"/>
            <a:ext cx="7469049" cy="300351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&lt;template&gt;{{ message }}&lt;/template&gt;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ref } from 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message = ref('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会当凌绝顶，一览众山小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setTimeout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(() =&gt;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message.value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锲而不舍，金石可镂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}, 2000)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ref()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函数的使用方法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cxnSp>
        <p:nvCxnSpPr>
          <p:cNvPr id="4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32983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032983" y="4437906"/>
            <a:ext cx="1870428" cy="515997"/>
            <a:chOff x="1032983" y="4437906"/>
            <a:chExt cx="1870428" cy="515997"/>
          </a:xfrm>
        </p:grpSpPr>
        <p:sp>
          <p:nvSpPr>
            <p:cNvPr id="5" name="椭圆 4"/>
            <p:cNvSpPr/>
            <p:nvPr/>
          </p:nvSpPr>
          <p:spPr>
            <a:xfrm>
              <a:off x="2784934" y="4636665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" name="箭头: 五边形 31"/>
            <p:cNvSpPr/>
            <p:nvPr/>
          </p:nvSpPr>
          <p:spPr>
            <a:xfrm>
              <a:off x="1107710" y="4437906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2983" y="4465072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6716" y="2735672"/>
            <a:ext cx="7469049" cy="41819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Ref.vue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6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1719254" y="2422800"/>
            <a:ext cx="8751904" cy="19442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秒后的页面效果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719406" y="2422800"/>
            <a:ext cx="8751600" cy="19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82800" y="1080000"/>
            <a:ext cx="3792220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reactive()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622598" y="1911740"/>
            <a:ext cx="10521835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reactive()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用于创建一个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响应式对象或数组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，将普通的对象或数组作为参数传给该函数即可。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reactive()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函数定义响应式数据的语法格式如下。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10730" y="3811900"/>
            <a:ext cx="8568952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响应式对象或数组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reactive(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普通的对象或数组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endParaRPr lang="zh-CN" altLang="en-US" sz="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reactive()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函数的使用方法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9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Reactive.vue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565698"/>
            <a:ext cx="7469049" cy="300351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&lt;template&gt;{{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obj.message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}}&lt;/template&gt;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reactive } from 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reactive({ message: 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不畏浮云遮望眼，自缘身在最高层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 })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setTimeout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(() =&gt;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obj.message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欲穷千里目，更上一层楼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}, 2000)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32983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032983" y="4437906"/>
            <a:ext cx="1870428" cy="515997"/>
            <a:chOff x="1032983" y="4437906"/>
            <a:chExt cx="1870428" cy="515997"/>
          </a:xfrm>
        </p:grpSpPr>
        <p:sp>
          <p:nvSpPr>
            <p:cNvPr id="5" name="椭圆 4"/>
            <p:cNvSpPr/>
            <p:nvPr/>
          </p:nvSpPr>
          <p:spPr>
            <a:xfrm>
              <a:off x="2784934" y="4636665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" name="箭头: 五边形 31"/>
            <p:cNvSpPr/>
            <p:nvPr/>
          </p:nvSpPr>
          <p:spPr>
            <a:xfrm>
              <a:off x="1107710" y="4437906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2983" y="4465072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6716" y="2735672"/>
            <a:ext cx="7469049" cy="41819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Reactive.vue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6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reactive()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函数的使用方法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720800" y="2422800"/>
            <a:ext cx="8751600" cy="19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秒后的页面效果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1720800" y="2422800"/>
            <a:ext cx="8751600" cy="19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82800" y="1080000"/>
            <a:ext cx="3792220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toRef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622598" y="1911740"/>
            <a:ext cx="10521835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toRef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响应式对象中的单个属性转换为响应式数据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toRef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函数定义响应式数据的语法格式如下。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10730" y="3169278"/>
            <a:ext cx="8568952" cy="54854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响应式数据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toRef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响应式对象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属性名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endParaRPr lang="zh-CN" altLang="en-US" sz="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83038" y="3285778"/>
            <a:ext cx="2088233" cy="311575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062758" y="4738712"/>
            <a:ext cx="8424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toRef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函数的第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个参数是响应式对象，第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个参数是待转换的属性名，返回值为转换后的响应式数据。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6139413" y="3597353"/>
            <a:ext cx="27801" cy="10565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toRef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()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函数的使用方法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9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ToRef.vue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277666"/>
            <a:ext cx="7469049" cy="448084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&lt;div&gt;message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的值：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{{ message }}&lt;/div&gt;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&lt;div&gt;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obj.message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的值：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{{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obj.message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}}&lt;/div&gt;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reactive,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} from 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reactive({ message: 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黑发不知勤学早，白首方悔读书迟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 })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message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'message')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setTimeout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(() =&gt;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message.value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少壮不努力，老大徒伤悲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}, 2000)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32983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032983" y="4437906"/>
            <a:ext cx="1870428" cy="515997"/>
            <a:chOff x="1032983" y="4437906"/>
            <a:chExt cx="1870428" cy="515997"/>
          </a:xfrm>
        </p:grpSpPr>
        <p:sp>
          <p:nvSpPr>
            <p:cNvPr id="5" name="椭圆 4"/>
            <p:cNvSpPr/>
            <p:nvPr/>
          </p:nvSpPr>
          <p:spPr>
            <a:xfrm>
              <a:off x="2784934" y="4636665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" name="箭头: 五边形 31"/>
            <p:cNvSpPr/>
            <p:nvPr/>
          </p:nvSpPr>
          <p:spPr>
            <a:xfrm>
              <a:off x="1107710" y="4437906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2983" y="4465072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6716" y="2735672"/>
            <a:ext cx="7469049" cy="46166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ToRef.vue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6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toRef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()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函数的使用方法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1720799" y="2422800"/>
            <a:ext cx="8951473" cy="23751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秒后的页面效果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720800" y="2422800"/>
            <a:ext cx="8951299" cy="2375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82800" y="1080000"/>
            <a:ext cx="3792220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toRefs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622598" y="1911740"/>
            <a:ext cx="10521835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toRefs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将响应式对象中的所有属性转换为响应式数据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toRefs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函数定义响应式数据的语法格式如下。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10730" y="3169278"/>
            <a:ext cx="8568952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所有属性组成的对象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toRefs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响应式对象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toRefs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()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函数的使用方法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9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ToRefs.vue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277666"/>
            <a:ext cx="7469049" cy="452431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&lt;div&gt;message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的值：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{{ message }}&lt;/div&gt;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&lt;div&gt;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obj.message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的值：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{{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obj.message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}}&lt;/div&gt;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reactive,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toRefs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} from 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reactive({ message: 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盛年不重来，一日难再晨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 })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let { message }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toRefs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setTimeout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(() =&gt;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message.value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及时当勉励，岁月不待人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}, 2000)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32983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032983" y="4437906"/>
            <a:ext cx="1870428" cy="515997"/>
            <a:chOff x="1032983" y="4437906"/>
            <a:chExt cx="1870428" cy="515997"/>
          </a:xfrm>
        </p:grpSpPr>
        <p:sp>
          <p:nvSpPr>
            <p:cNvPr id="5" name="椭圆 4"/>
            <p:cNvSpPr/>
            <p:nvPr/>
          </p:nvSpPr>
          <p:spPr>
            <a:xfrm>
              <a:off x="2784934" y="4636665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" name="箭头: 五边形 31"/>
            <p:cNvSpPr/>
            <p:nvPr/>
          </p:nvSpPr>
          <p:spPr>
            <a:xfrm>
              <a:off x="1107710" y="4437906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2983" y="4465072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6716" y="2735672"/>
            <a:ext cx="7469049" cy="50783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ToRefs.vue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6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toRefs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()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函数的使用方法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720800" y="2421682"/>
            <a:ext cx="8280920" cy="21972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秒后的页面效果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响应式数据绑定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1720800" y="2421682"/>
            <a:ext cx="8280920" cy="21972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指令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1415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内容渲染指令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，能够灵活运用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v-text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和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v-html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指令将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字符串渲染到页面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中</a:t>
            </a:r>
            <a:endParaRPr lang="zh-CN" altLang="en-US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内容渲染指令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组合 17"/>
          <p:cNvGrpSpPr/>
          <p:nvPr/>
        </p:nvGrpSpPr>
        <p:grpSpPr bwMode="auto">
          <a:xfrm>
            <a:off x="5060043" y="1656665"/>
            <a:ext cx="5732263" cy="3073720"/>
            <a:chOff x="3403598" y="2536313"/>
            <a:chExt cx="5040490" cy="3406725"/>
          </a:xfrm>
        </p:grpSpPr>
        <p:sp>
          <p:nvSpPr>
            <p:cNvPr id="19" name="圆角矩形标注 11"/>
            <p:cNvSpPr/>
            <p:nvPr/>
          </p:nvSpPr>
          <p:spPr bwMode="auto">
            <a:xfrm rot="5400000">
              <a:off x="4220480" y="1719431"/>
              <a:ext cx="3406725" cy="5040490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0" name="矩形 5"/>
            <p:cNvSpPr>
              <a:spLocks noChangeArrowheads="1"/>
            </p:cNvSpPr>
            <p:nvPr/>
          </p:nvSpPr>
          <p:spPr bwMode="auto">
            <a:xfrm>
              <a:off x="3617339" y="2909304"/>
              <a:ext cx="4598579" cy="26607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内容渲染指令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渲染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DOM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元素的内容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常见的内容渲染指令如下。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v-text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v-html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内容渲染指令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10730" y="3218202"/>
            <a:ext cx="8568952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v-text="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"&gt;&lt;/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82800" y="1080000"/>
            <a:ext cx="3792220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v-text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622598" y="2060188"/>
            <a:ext cx="10521835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渲染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元素的文本内容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，如果文本内容中包含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标签，那么浏览器不会对其进行解析。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内容渲染指令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v-text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9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VText.vue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605103"/>
            <a:ext cx="7469049" cy="226485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v-text="message"&gt;&lt;/div&gt;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message = '&lt;span&gt;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咬定青山不放松，立根原在破岩中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&lt;/span&gt;'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内容渲染指令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32983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032983" y="4437906"/>
            <a:ext cx="1870428" cy="515997"/>
            <a:chOff x="1032983" y="4437906"/>
            <a:chExt cx="1870428" cy="515997"/>
          </a:xfrm>
        </p:grpSpPr>
        <p:sp>
          <p:nvSpPr>
            <p:cNvPr id="5" name="椭圆 4"/>
            <p:cNvSpPr/>
            <p:nvPr/>
          </p:nvSpPr>
          <p:spPr>
            <a:xfrm>
              <a:off x="2784934" y="4636665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" name="箭头: 五边形 31"/>
            <p:cNvSpPr/>
            <p:nvPr/>
          </p:nvSpPr>
          <p:spPr>
            <a:xfrm>
              <a:off x="1107710" y="4437906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2983" y="4465072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6716" y="2735672"/>
            <a:ext cx="7469049" cy="46166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VText.vue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6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内容渲染指令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v-text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的运行结果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内容渲染指令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1720800" y="2421682"/>
            <a:ext cx="8774765" cy="19492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10730" y="3794266"/>
            <a:ext cx="8568952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v-html="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"&gt;&lt;/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82800" y="1080000"/>
            <a:ext cx="3792220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v-html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622598" y="2060188"/>
            <a:ext cx="10521835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在使用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进行内容渲染时，如果内容中包含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标签并且希望这些标签被浏览器解析，则可以使用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渲染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，其用法与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v-text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相似。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内容渲染指令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v-html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9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VHtml.vue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605103"/>
            <a:ext cx="7469049" cy="23083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v-html="html"&gt;&lt;/div&gt;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html = '&lt;strong&gt;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千磨万击还坚劲，任尔东西南北风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&lt;/strong&gt;'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内容渲染指令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32983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032983" y="4437906"/>
            <a:ext cx="1870428" cy="515997"/>
            <a:chOff x="1032983" y="4437906"/>
            <a:chExt cx="1870428" cy="515997"/>
          </a:xfrm>
        </p:grpSpPr>
        <p:sp>
          <p:nvSpPr>
            <p:cNvPr id="5" name="椭圆 4"/>
            <p:cNvSpPr/>
            <p:nvPr/>
          </p:nvSpPr>
          <p:spPr>
            <a:xfrm>
              <a:off x="2784934" y="4636665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" name="箭头: 五边形 31"/>
            <p:cNvSpPr/>
            <p:nvPr/>
          </p:nvSpPr>
          <p:spPr>
            <a:xfrm>
              <a:off x="1107710" y="4437906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2983" y="4465072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6716" y="2735672"/>
            <a:ext cx="7469049" cy="46166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VHtml.vue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6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内容渲染指令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v-html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v-html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的运行结果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内容渲染指令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3070870" y="2839280"/>
            <a:ext cx="6750671" cy="14996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1415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属性绑定指令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，能够灵活运用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v-bind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指令给目标元素的属性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动态绑定值</a:t>
            </a:r>
            <a:endParaRPr lang="zh-CN" altLang="en-US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70770" y="2781722"/>
            <a:ext cx="8568952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v-bind: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"&gt;&lt;/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982638" y="1485578"/>
            <a:ext cx="10521835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开发中，有时需要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，从而更好地控制属性的值，此时可以使用属性绑定指令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来实现。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170770" y="4221882"/>
            <a:ext cx="8568952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 :id="'list' + index"&gt;&lt;/div&gt;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982638" y="3524992"/>
            <a:ext cx="10521835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还支持将属性与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字符串拼接表达式绑定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v-bind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9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VBind.vue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605103"/>
            <a:ext cx="7469049" cy="304698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&lt;p&gt;&lt;input type="text"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v-bind:placeholder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="username"&gt;&lt;/p&gt;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&lt;p&gt;&lt;input type="password" :placeholder="password"&gt;&lt;/p&gt;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username = 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请输入用户名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password = 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请输入密码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32983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032983" y="4437906"/>
            <a:ext cx="1870428" cy="515997"/>
            <a:chOff x="1032983" y="4437906"/>
            <a:chExt cx="1870428" cy="515997"/>
          </a:xfrm>
        </p:grpSpPr>
        <p:sp>
          <p:nvSpPr>
            <p:cNvPr id="5" name="椭圆 4"/>
            <p:cNvSpPr/>
            <p:nvPr/>
          </p:nvSpPr>
          <p:spPr>
            <a:xfrm>
              <a:off x="2784934" y="4636665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" name="箭头: 五边形 31"/>
            <p:cNvSpPr/>
            <p:nvPr/>
          </p:nvSpPr>
          <p:spPr>
            <a:xfrm>
              <a:off x="1107710" y="4437906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2983" y="4465072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6716" y="2735672"/>
            <a:ext cx="7469049" cy="46166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VBind.vue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6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v-bind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的运行结果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1720799" y="2421682"/>
            <a:ext cx="8774765" cy="29239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971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事件绑定指令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，能够灵活运用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v-on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指令给目标元素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绑定事件</a:t>
            </a:r>
            <a:endParaRPr lang="zh-CN" altLang="en-US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2.3.3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2103" y="2781722"/>
            <a:ext cx="8568952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v-on: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事件处理器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"&gt;&lt;/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973971" y="1485578"/>
            <a:ext cx="10521835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开发中，有时需要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元素绑定事件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，从而利用事件实现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效果，这时可以利用事件绑定指令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来实现。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973971" y="3524992"/>
            <a:ext cx="10521835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在上述语法格式中，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中的事件名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keyup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事件处理器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方法名或内联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。如果逻辑复杂，事件处理器建议使用方法名，方法需要在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&lt;script&gt;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标签中定义；如果逻辑简单，只有一行代码，则可以使用内联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语句。另外，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还有简写形式，可以将“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v-on: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”简写为“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2.3.3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v-on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9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VOn.vue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605103"/>
            <a:ext cx="7469049" cy="300351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&lt;button @click="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showInfo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输出信息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&lt;/button&gt;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showInfo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() =&gt;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console.log('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欢迎来到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Vue.js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的世界！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2.3.3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32983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032983" y="4437906"/>
            <a:ext cx="1870428" cy="515997"/>
            <a:chOff x="1032983" y="4437906"/>
            <a:chExt cx="1870428" cy="515997"/>
          </a:xfrm>
        </p:grpSpPr>
        <p:sp>
          <p:nvSpPr>
            <p:cNvPr id="5" name="椭圆 4"/>
            <p:cNvSpPr/>
            <p:nvPr/>
          </p:nvSpPr>
          <p:spPr>
            <a:xfrm>
              <a:off x="2784934" y="4636665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" name="箭头: 五边形 31"/>
            <p:cNvSpPr/>
            <p:nvPr/>
          </p:nvSpPr>
          <p:spPr>
            <a:xfrm>
              <a:off x="1107710" y="4437906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2983" y="4465072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6716" y="2735672"/>
            <a:ext cx="7469049" cy="46166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VOn.vue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6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2.3.3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v-on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197546"/>
            <a:ext cx="1013498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单击“输出信息”按钮后的页面效果和控制台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2.3.3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1720799" y="2422800"/>
            <a:ext cx="8774765" cy="3450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1415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双向数据绑定指令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，能够灵活运用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v-model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指令在表单元素上实现数据的双向绑定</a:t>
            </a:r>
            <a:endParaRPr lang="zh-CN" altLang="en-US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2.3.4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双向数据绑定指令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206774" y="3506234"/>
            <a:ext cx="8568952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v-model="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"&gt;&lt;/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973971" y="1489645"/>
            <a:ext cx="10521835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为开发者提供了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双向数据绑定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，使用它可以在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textarea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元素上创建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双向数据绑定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，它会根据使用的元素自动选取对应的属性和事件组合，负责监听用户的输入事件并更新数据。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2.3.4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双向数据绑定指令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25897" y="4370330"/>
            <a:ext cx="8568952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&lt;input v-model="info"&gt;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973971" y="1197546"/>
            <a:ext cx="10521835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内部会为不同的元素绑定不同的属性和事件，具体如下。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textarea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元素会绑定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checkbox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radio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元素会绑定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checked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change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元素会绑定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change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实现输入框的值与变量保持同步，示例代码如下。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2.3.4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双向数据绑定指令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2.3.4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双向数据绑定指令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558702" y="2743710"/>
          <a:ext cx="9145016" cy="248628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952328"/>
                <a:gridCol w="6192688"/>
              </a:tblGrid>
              <a:tr h="62157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zh-CN" sz="1800" b="1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修饰符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zh-CN" sz="1800" b="1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作用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62157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.number</a:t>
                      </a:r>
                      <a:endParaRPr lang="zh-CN" sz="18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自动将用户输入的值转换为数</a:t>
                      </a:r>
                      <a:r>
                        <a:rPr lang="zh-CN" altLang="en-US" sz="18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字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类型</a:t>
                      </a:r>
                      <a:endParaRPr lang="zh-CN" sz="18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62157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.trim</a:t>
                      </a:r>
                      <a:endParaRPr lang="zh-CN" sz="18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自动过滤用户输入的首尾空白字符</a:t>
                      </a:r>
                      <a:endParaRPr lang="zh-CN" sz="18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62157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.lazy</a:t>
                      </a:r>
                      <a:endParaRPr lang="zh-CN" sz="180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在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change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事件而非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input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事件触发时更新数据</a:t>
                      </a:r>
                      <a:endParaRPr lang="zh-CN" sz="18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910630" y="1269554"/>
            <a:ext cx="109452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为了方便对用户输入的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内容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处理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v-model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个修饰符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v-model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的修饰符如下表所示。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v-model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9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VModel.vue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565698"/>
            <a:ext cx="7469049" cy="300351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请输入姓名：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&lt;input type="text" v-model="username"&gt;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姓名是：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{{ username }}&lt;/div&gt;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ref } from 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username = ref('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zhangsan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2.3.4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双向数据绑定指令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32983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032983" y="4437906"/>
            <a:ext cx="1870428" cy="515997"/>
            <a:chOff x="1032983" y="4437906"/>
            <a:chExt cx="1870428" cy="515997"/>
          </a:xfrm>
        </p:grpSpPr>
        <p:sp>
          <p:nvSpPr>
            <p:cNvPr id="5" name="椭圆 4"/>
            <p:cNvSpPr/>
            <p:nvPr/>
          </p:nvSpPr>
          <p:spPr>
            <a:xfrm>
              <a:off x="2784934" y="4636665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" name="箭头: 五边形 31"/>
            <p:cNvSpPr/>
            <p:nvPr/>
          </p:nvSpPr>
          <p:spPr>
            <a:xfrm>
              <a:off x="1107710" y="4437906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2983" y="4465072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6716" y="2735672"/>
            <a:ext cx="7469049" cy="46166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VModel.vue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6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2.3.4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双向数据绑定指令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v-model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v-model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的初始页面效果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2.3.4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双向数据绑定指令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1720799" y="2565698"/>
            <a:ext cx="8827599" cy="23762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在输入框中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xiaoming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，页面效果如下图所示。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2.3.4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双向数据绑定指令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720800" y="2421682"/>
            <a:ext cx="8827599" cy="23762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2780980" y="2340236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6" name="箭头: 五边形 31"/>
          <p:cNvSpPr/>
          <p:nvPr/>
        </p:nvSpPr>
        <p:spPr>
          <a:xfrm>
            <a:off x="1107710" y="2141478"/>
            <a:ext cx="1638298" cy="515997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46375" y="2168644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1"/>
          <p:cNvSpPr txBox="1"/>
          <p:nvPr>
            <p:custDataLst>
              <p:tags r:id="rId1"/>
            </p:custDataLst>
          </p:nvPr>
        </p:nvSpPr>
        <p:spPr>
          <a:xfrm>
            <a:off x="3751875" y="1115322"/>
            <a:ext cx="561662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.number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修饰符的使用方法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11915" y="1609578"/>
            <a:ext cx="4896544" cy="45722"/>
            <a:chOff x="4150990" y="1614449"/>
            <a:chExt cx="4896544" cy="45722"/>
          </a:xfrm>
        </p:grpSpPr>
        <p:cxnSp>
          <p:nvCxnSpPr>
            <p:cNvPr id="20" name="直线连接符 8"/>
            <p:cNvCxnSpPr>
              <a:stCxn id="21" idx="2"/>
              <a:endCxn id="22" idx="6"/>
            </p:cNvCxnSpPr>
            <p:nvPr/>
          </p:nvCxnSpPr>
          <p:spPr>
            <a:xfrm>
              <a:off x="4150990" y="1637309"/>
              <a:ext cx="4896544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4150990" y="1614449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9001815" y="1614452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3191233" y="1701602"/>
            <a:ext cx="8448589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VModel.vue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标签中添加代码，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定义响应式数据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574926" y="2930303"/>
            <a:ext cx="7128792" cy="961289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pt-BR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 n1 = ref(1)</a:t>
            </a:r>
            <a:endParaRPr lang="pt-BR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 n2 = ref(2)</a:t>
            </a:r>
            <a:endParaRPr lang="pt-BR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46375" y="5128369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46375" y="371782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2.3.4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双向数据绑定指令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箭头: 五边形 31"/>
          <p:cNvSpPr/>
          <p:nvPr/>
        </p:nvSpPr>
        <p:spPr>
          <a:xfrm>
            <a:off x="1107710" y="3705885"/>
            <a:ext cx="1638298" cy="515997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91233" y="1701602"/>
            <a:ext cx="8448589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VModel.vue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标签中添加代码，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v-model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实现双向数据绑定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30910" y="3051971"/>
            <a:ext cx="7128792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&lt;input type="text" v-model="n1"&gt; + &lt;input type="text" v-model="n2"&gt;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{{ n1 + n2 }}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796102" y="3904644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111915" y="1609578"/>
            <a:ext cx="4896544" cy="45722"/>
            <a:chOff x="4150990" y="1614449"/>
            <a:chExt cx="4896544" cy="45722"/>
          </a:xfrm>
        </p:grpSpPr>
        <p:cxnSp>
          <p:nvCxnSpPr>
            <p:cNvPr id="10" name="直线连接符 8"/>
            <p:cNvCxnSpPr>
              <a:stCxn id="11" idx="2"/>
              <a:endCxn id="12" idx="6"/>
            </p:cNvCxnSpPr>
            <p:nvPr/>
          </p:nvCxnSpPr>
          <p:spPr>
            <a:xfrm>
              <a:off x="4150990" y="1637309"/>
              <a:ext cx="4896544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4150990" y="1614449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9001815" y="1614452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046375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46375" y="5128369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46375" y="3733051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2.3.4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双向数据绑定指令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1"/>
          <p:cNvSpPr txBox="1"/>
          <p:nvPr>
            <p:custDataLst>
              <p:tags r:id="rId1"/>
            </p:custDataLst>
          </p:nvPr>
        </p:nvSpPr>
        <p:spPr>
          <a:xfrm>
            <a:off x="3751875" y="1115322"/>
            <a:ext cx="561662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.number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修饰符的使用方法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.number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修饰符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的初始页面效果如下图所示。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2.3.4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双向数据绑定指令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1720800" y="2421682"/>
            <a:ext cx="9191386" cy="28557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改变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的值为“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198”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，查看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n1 + n2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改变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n1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的值为“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198”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2.3.4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双向数据绑定指令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720800" y="2421682"/>
            <a:ext cx="9177720" cy="28514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箭头: 五边形 31"/>
          <p:cNvSpPr/>
          <p:nvPr/>
        </p:nvSpPr>
        <p:spPr>
          <a:xfrm>
            <a:off x="1108800" y="5101200"/>
            <a:ext cx="1638298" cy="515997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91233" y="1701602"/>
            <a:ext cx="84485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修改输入框的代码，通过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.number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修饰符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实现将用户输入的数字自动转换成数字类型。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67922" y="2866503"/>
            <a:ext cx="7128792" cy="108491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&lt;input type="text" v-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model.number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="n1"&gt; + &lt;input type="text" v-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model.number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="n2"&gt;</a:t>
            </a:r>
            <a:endParaRPr lang="fr-FR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endParaRPr lang="zh-CN" altLang="en-US" sz="3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2780980" y="5299961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111915" y="1609578"/>
            <a:ext cx="4896544" cy="45722"/>
            <a:chOff x="4150990" y="1614449"/>
            <a:chExt cx="4896544" cy="45722"/>
          </a:xfrm>
        </p:grpSpPr>
        <p:cxnSp>
          <p:nvCxnSpPr>
            <p:cNvPr id="11" name="直线连接符 8"/>
            <p:cNvCxnSpPr>
              <a:stCxn id="12" idx="2"/>
              <a:endCxn id="13" idx="6"/>
            </p:cNvCxnSpPr>
            <p:nvPr/>
          </p:nvCxnSpPr>
          <p:spPr>
            <a:xfrm>
              <a:off x="4150990" y="1637309"/>
              <a:ext cx="4896544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4150990" y="1614449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9001815" y="1614452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046375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46375" y="512836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46375" y="371782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2.3.4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双向数据绑定指令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1"/>
          <p:cNvSpPr txBox="1"/>
          <p:nvPr>
            <p:custDataLst>
              <p:tags r:id="rId1"/>
            </p:custDataLst>
          </p:nvPr>
        </p:nvSpPr>
        <p:spPr>
          <a:xfrm>
            <a:off x="3751875" y="1115322"/>
            <a:ext cx="561662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.number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修饰符的使用方法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087214"/>
            <a:ext cx="1013498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改变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的值为“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198”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，查看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n1 + n2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.number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修饰符后改变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n1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的值为“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198”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2.3.4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双向数据绑定指令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1720800" y="2493690"/>
            <a:ext cx="9177720" cy="28514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1415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条件渲染指令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，能够灵活运用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v-if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、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v-show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指令根据不同的条件渲染不同的标签</a:t>
            </a:r>
            <a:endParaRPr lang="zh-CN" altLang="en-US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2.3.5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组合 17"/>
          <p:cNvGrpSpPr/>
          <p:nvPr/>
        </p:nvGrpSpPr>
        <p:grpSpPr bwMode="auto">
          <a:xfrm>
            <a:off x="5060042" y="1656666"/>
            <a:ext cx="5732263" cy="4077386"/>
            <a:chOff x="3403597" y="2536314"/>
            <a:chExt cx="5040490" cy="4519128"/>
          </a:xfrm>
        </p:grpSpPr>
        <p:sp>
          <p:nvSpPr>
            <p:cNvPr id="19" name="圆角矩形标注 11"/>
            <p:cNvSpPr/>
            <p:nvPr/>
          </p:nvSpPr>
          <p:spPr bwMode="auto">
            <a:xfrm rot="5400000">
              <a:off x="3664278" y="2275633"/>
              <a:ext cx="4519128" cy="5040490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0" name="矩形 5"/>
            <p:cNvSpPr>
              <a:spLocks noChangeArrowheads="1"/>
            </p:cNvSpPr>
            <p:nvPr/>
          </p:nvSpPr>
          <p:spPr bwMode="auto">
            <a:xfrm>
              <a:off x="3617339" y="2953825"/>
              <a:ext cx="4598579" cy="3684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Vue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中，当需要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根据不同的判断结果显示不同的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DOM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时，可以通过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条件渲染指令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来实现。条件渲染指令可以辅助开发者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按需控制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DOM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元素的显示与隐藏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条件渲染指令如下。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v-if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v-show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2.3.5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78850" y="1080000"/>
            <a:ext cx="3792220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v-if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973971" y="2060188"/>
            <a:ext cx="10521835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是根据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布尔值切换元素的显示或隐藏状态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，本质是通过操作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元素来切换显示状态。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当给定的值为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时，元素存在于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树中；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当给定的值为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时，元素从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树中移除。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2.3.5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2.3.5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618507" y="1847020"/>
            <a:ext cx="6963152" cy="1440000"/>
            <a:chOff x="2655457" y="2246012"/>
            <a:chExt cx="6963152" cy="1440000"/>
          </a:xfrm>
        </p:grpSpPr>
        <p:sp>
          <p:nvSpPr>
            <p:cNvPr id="9" name="Rectangle 58"/>
            <p:cNvSpPr>
              <a:spLocks noChangeArrowheads="1"/>
            </p:cNvSpPr>
            <p:nvPr/>
          </p:nvSpPr>
          <p:spPr bwMode="auto">
            <a:xfrm rot="2700000">
              <a:off x="3737952" y="2246012"/>
              <a:ext cx="1440000" cy="1440000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" name="Rectangle 58"/>
            <p:cNvSpPr>
              <a:spLocks noChangeArrowheads="1"/>
            </p:cNvSpPr>
            <p:nvPr/>
          </p:nvSpPr>
          <p:spPr bwMode="auto">
            <a:xfrm rot="2700000">
              <a:off x="5376000" y="2246012"/>
              <a:ext cx="1440000" cy="144000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Rectangle 58"/>
            <p:cNvSpPr>
              <a:spLocks noChangeArrowheads="1"/>
            </p:cNvSpPr>
            <p:nvPr/>
          </p:nvSpPr>
          <p:spPr bwMode="auto">
            <a:xfrm rot="2700000">
              <a:off x="7084003" y="2246012"/>
              <a:ext cx="1440000" cy="1440000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Freeform 28"/>
            <p:cNvSpPr>
              <a:spLocks noEditPoints="1"/>
            </p:cNvSpPr>
            <p:nvPr/>
          </p:nvSpPr>
          <p:spPr bwMode="auto">
            <a:xfrm>
              <a:off x="5723670" y="2607118"/>
              <a:ext cx="721832" cy="688172"/>
            </a:xfrm>
            <a:custGeom>
              <a:avLst/>
              <a:gdLst>
                <a:gd name="T0" fmla="*/ 188 w 490"/>
                <a:gd name="T1" fmla="*/ 199 h 467"/>
                <a:gd name="T2" fmla="*/ 162 w 490"/>
                <a:gd name="T3" fmla="*/ 123 h 467"/>
                <a:gd name="T4" fmla="*/ 162 w 490"/>
                <a:gd name="T5" fmla="*/ 117 h 467"/>
                <a:gd name="T6" fmla="*/ 329 w 490"/>
                <a:gd name="T7" fmla="*/ 117 h 467"/>
                <a:gd name="T8" fmla="*/ 329 w 490"/>
                <a:gd name="T9" fmla="*/ 123 h 467"/>
                <a:gd name="T10" fmla="*/ 303 w 490"/>
                <a:gd name="T11" fmla="*/ 199 h 467"/>
                <a:gd name="T12" fmla="*/ 391 w 490"/>
                <a:gd name="T13" fmla="*/ 244 h 467"/>
                <a:gd name="T14" fmla="*/ 445 w 490"/>
                <a:gd name="T15" fmla="*/ 172 h 467"/>
                <a:gd name="T16" fmla="*/ 445 w 490"/>
                <a:gd name="T17" fmla="*/ 172 h 467"/>
                <a:gd name="T18" fmla="*/ 407 w 490"/>
                <a:gd name="T19" fmla="*/ 94 h 467"/>
                <a:gd name="T20" fmla="*/ 375 w 490"/>
                <a:gd name="T21" fmla="*/ 93 h 467"/>
                <a:gd name="T22" fmla="*/ 337 w 490"/>
                <a:gd name="T23" fmla="*/ 172 h 467"/>
                <a:gd name="T24" fmla="*/ 337 w 490"/>
                <a:gd name="T25" fmla="*/ 172 h 467"/>
                <a:gd name="T26" fmla="*/ 391 w 490"/>
                <a:gd name="T27" fmla="*/ 244 h 467"/>
                <a:gd name="T28" fmla="*/ 344 w 490"/>
                <a:gd name="T29" fmla="*/ 173 h 467"/>
                <a:gd name="T30" fmla="*/ 349 w 490"/>
                <a:gd name="T31" fmla="*/ 148 h 467"/>
                <a:gd name="T32" fmla="*/ 430 w 490"/>
                <a:gd name="T33" fmla="*/ 134 h 467"/>
                <a:gd name="T34" fmla="*/ 434 w 490"/>
                <a:gd name="T35" fmla="*/ 160 h 467"/>
                <a:gd name="T36" fmla="*/ 422 w 490"/>
                <a:gd name="T37" fmla="*/ 217 h 467"/>
                <a:gd name="T38" fmla="*/ 360 w 490"/>
                <a:gd name="T39" fmla="*/ 217 h 467"/>
                <a:gd name="T40" fmla="*/ 137 w 490"/>
                <a:gd name="T41" fmla="*/ 221 h 467"/>
                <a:gd name="T42" fmla="*/ 154 w 490"/>
                <a:gd name="T43" fmla="*/ 172 h 467"/>
                <a:gd name="T44" fmla="*/ 154 w 490"/>
                <a:gd name="T45" fmla="*/ 168 h 467"/>
                <a:gd name="T46" fmla="*/ 99 w 490"/>
                <a:gd name="T47" fmla="*/ 92 h 467"/>
                <a:gd name="T48" fmla="*/ 46 w 490"/>
                <a:gd name="T49" fmla="*/ 168 h 467"/>
                <a:gd name="T50" fmla="*/ 46 w 490"/>
                <a:gd name="T51" fmla="*/ 172 h 467"/>
                <a:gd name="T52" fmla="*/ 62 w 490"/>
                <a:gd name="T53" fmla="*/ 221 h 467"/>
                <a:gd name="T54" fmla="*/ 68 w 490"/>
                <a:gd name="T55" fmla="*/ 217 h 467"/>
                <a:gd name="T56" fmla="*/ 56 w 490"/>
                <a:gd name="T57" fmla="*/ 160 h 467"/>
                <a:gd name="T58" fmla="*/ 61 w 490"/>
                <a:gd name="T59" fmla="*/ 134 h 467"/>
                <a:gd name="T60" fmla="*/ 142 w 490"/>
                <a:gd name="T61" fmla="*/ 148 h 467"/>
                <a:gd name="T62" fmla="*/ 146 w 490"/>
                <a:gd name="T63" fmla="*/ 173 h 467"/>
                <a:gd name="T64" fmla="*/ 100 w 490"/>
                <a:gd name="T65" fmla="*/ 237 h 467"/>
                <a:gd name="T66" fmla="*/ 262 w 490"/>
                <a:gd name="T67" fmla="*/ 291 h 467"/>
                <a:gd name="T68" fmla="*/ 252 w 490"/>
                <a:gd name="T69" fmla="*/ 313 h 467"/>
                <a:gd name="T70" fmla="*/ 314 w 490"/>
                <a:gd name="T71" fmla="*/ 264 h 467"/>
                <a:gd name="T72" fmla="*/ 402 w 490"/>
                <a:gd name="T73" fmla="*/ 437 h 467"/>
                <a:gd name="T74" fmla="*/ 119 w 490"/>
                <a:gd name="T75" fmla="*/ 467 h 467"/>
                <a:gd name="T76" fmla="*/ 88 w 490"/>
                <a:gd name="T77" fmla="*/ 334 h 467"/>
                <a:gd name="T78" fmla="*/ 231 w 490"/>
                <a:gd name="T79" fmla="*/ 413 h 467"/>
                <a:gd name="T80" fmla="*/ 238 w 490"/>
                <a:gd name="T81" fmla="*/ 308 h 467"/>
                <a:gd name="T82" fmla="*/ 229 w 490"/>
                <a:gd name="T83" fmla="*/ 288 h 467"/>
                <a:gd name="T84" fmla="*/ 259 w 490"/>
                <a:gd name="T85" fmla="*/ 286 h 467"/>
                <a:gd name="T86" fmla="*/ 262 w 490"/>
                <a:gd name="T87" fmla="*/ 291 h 467"/>
                <a:gd name="T88" fmla="*/ 490 w 490"/>
                <a:gd name="T89" fmla="*/ 305 h 467"/>
                <a:gd name="T90" fmla="*/ 412 w 490"/>
                <a:gd name="T91" fmla="*/ 312 h 467"/>
                <a:gd name="T92" fmla="*/ 416 w 490"/>
                <a:gd name="T93" fmla="*/ 388 h 467"/>
                <a:gd name="T94" fmla="*/ 490 w 490"/>
                <a:gd name="T95" fmla="*/ 371 h 467"/>
                <a:gd name="T96" fmla="*/ 16 w 490"/>
                <a:gd name="T97" fmla="*/ 388 h 467"/>
                <a:gd name="T98" fmla="*/ 74 w 490"/>
                <a:gd name="T99" fmla="*/ 334 h 467"/>
                <a:gd name="T100" fmla="*/ 139 w 490"/>
                <a:gd name="T101" fmla="*/ 260 h 467"/>
                <a:gd name="T102" fmla="*/ 0 w 490"/>
                <a:gd name="T103" fmla="*/ 371 h 467"/>
                <a:gd name="T104" fmla="*/ 245 w 490"/>
                <a:gd name="T105" fmla="*/ 223 h 467"/>
                <a:gd name="T106" fmla="*/ 317 w 490"/>
                <a:gd name="T107" fmla="*/ 124 h 467"/>
                <a:gd name="T108" fmla="*/ 310 w 490"/>
                <a:gd name="T109" fmla="*/ 85 h 467"/>
                <a:gd name="T110" fmla="*/ 274 w 490"/>
                <a:gd name="T111" fmla="*/ 61 h 467"/>
                <a:gd name="T112" fmla="*/ 216 w 490"/>
                <a:gd name="T113" fmla="*/ 61 h 467"/>
                <a:gd name="T114" fmla="*/ 185 w 490"/>
                <a:gd name="T115" fmla="*/ 64 h 467"/>
                <a:gd name="T116" fmla="*/ 178 w 490"/>
                <a:gd name="T117" fmla="*/ 105 h 467"/>
                <a:gd name="T118" fmla="*/ 197 w 490"/>
                <a:gd name="T119" fmla="*/ 192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90" h="467">
                  <a:moveTo>
                    <a:pt x="245" y="235"/>
                  </a:moveTo>
                  <a:cubicBezTo>
                    <a:pt x="224" y="235"/>
                    <a:pt x="203" y="220"/>
                    <a:pt x="188" y="199"/>
                  </a:cubicBezTo>
                  <a:cubicBezTo>
                    <a:pt x="172" y="178"/>
                    <a:pt x="162" y="150"/>
                    <a:pt x="162" y="123"/>
                  </a:cubicBezTo>
                  <a:cubicBezTo>
                    <a:pt x="162" y="123"/>
                    <a:pt x="162" y="123"/>
                    <a:pt x="162" y="123"/>
                  </a:cubicBezTo>
                  <a:cubicBezTo>
                    <a:pt x="162" y="122"/>
                    <a:pt x="162" y="122"/>
                    <a:pt x="162" y="122"/>
                  </a:cubicBezTo>
                  <a:cubicBezTo>
                    <a:pt x="162" y="121"/>
                    <a:pt x="162" y="119"/>
                    <a:pt x="162" y="117"/>
                  </a:cubicBezTo>
                  <a:cubicBezTo>
                    <a:pt x="162" y="52"/>
                    <a:pt x="151" y="0"/>
                    <a:pt x="245" y="0"/>
                  </a:cubicBezTo>
                  <a:cubicBezTo>
                    <a:pt x="340" y="0"/>
                    <a:pt x="329" y="52"/>
                    <a:pt x="329" y="117"/>
                  </a:cubicBezTo>
                  <a:cubicBezTo>
                    <a:pt x="329" y="119"/>
                    <a:pt x="329" y="121"/>
                    <a:pt x="329" y="122"/>
                  </a:cubicBezTo>
                  <a:cubicBezTo>
                    <a:pt x="329" y="123"/>
                    <a:pt x="329" y="123"/>
                    <a:pt x="329" y="123"/>
                  </a:cubicBezTo>
                  <a:cubicBezTo>
                    <a:pt x="329" y="123"/>
                    <a:pt x="329" y="123"/>
                    <a:pt x="329" y="123"/>
                  </a:cubicBezTo>
                  <a:cubicBezTo>
                    <a:pt x="329" y="150"/>
                    <a:pt x="318" y="178"/>
                    <a:pt x="303" y="199"/>
                  </a:cubicBezTo>
                  <a:cubicBezTo>
                    <a:pt x="287" y="220"/>
                    <a:pt x="266" y="235"/>
                    <a:pt x="245" y="235"/>
                  </a:cubicBezTo>
                  <a:close/>
                  <a:moveTo>
                    <a:pt x="391" y="244"/>
                  </a:moveTo>
                  <a:cubicBezTo>
                    <a:pt x="404" y="244"/>
                    <a:pt x="418" y="235"/>
                    <a:pt x="428" y="221"/>
                  </a:cubicBezTo>
                  <a:cubicBezTo>
                    <a:pt x="438" y="208"/>
                    <a:pt x="445" y="190"/>
                    <a:pt x="445" y="172"/>
                  </a:cubicBezTo>
                  <a:cubicBezTo>
                    <a:pt x="445" y="172"/>
                    <a:pt x="445" y="172"/>
                    <a:pt x="445" y="172"/>
                  </a:cubicBezTo>
                  <a:cubicBezTo>
                    <a:pt x="445" y="172"/>
                    <a:pt x="445" y="172"/>
                    <a:pt x="445" y="172"/>
                  </a:cubicBezTo>
                  <a:cubicBezTo>
                    <a:pt x="445" y="170"/>
                    <a:pt x="445" y="169"/>
                    <a:pt x="445" y="168"/>
                  </a:cubicBezTo>
                  <a:cubicBezTo>
                    <a:pt x="445" y="131"/>
                    <a:pt x="451" y="99"/>
                    <a:pt x="407" y="94"/>
                  </a:cubicBezTo>
                  <a:cubicBezTo>
                    <a:pt x="402" y="93"/>
                    <a:pt x="397" y="92"/>
                    <a:pt x="391" y="92"/>
                  </a:cubicBezTo>
                  <a:cubicBezTo>
                    <a:pt x="385" y="92"/>
                    <a:pt x="380" y="93"/>
                    <a:pt x="375" y="93"/>
                  </a:cubicBezTo>
                  <a:cubicBezTo>
                    <a:pt x="331" y="99"/>
                    <a:pt x="337" y="130"/>
                    <a:pt x="337" y="168"/>
                  </a:cubicBezTo>
                  <a:cubicBezTo>
                    <a:pt x="337" y="169"/>
                    <a:pt x="337" y="170"/>
                    <a:pt x="337" y="172"/>
                  </a:cubicBezTo>
                  <a:cubicBezTo>
                    <a:pt x="337" y="172"/>
                    <a:pt x="337" y="172"/>
                    <a:pt x="337" y="172"/>
                  </a:cubicBezTo>
                  <a:cubicBezTo>
                    <a:pt x="337" y="172"/>
                    <a:pt x="337" y="172"/>
                    <a:pt x="337" y="172"/>
                  </a:cubicBezTo>
                  <a:cubicBezTo>
                    <a:pt x="337" y="190"/>
                    <a:pt x="344" y="208"/>
                    <a:pt x="354" y="221"/>
                  </a:cubicBezTo>
                  <a:cubicBezTo>
                    <a:pt x="364" y="235"/>
                    <a:pt x="377" y="244"/>
                    <a:pt x="391" y="244"/>
                  </a:cubicBezTo>
                  <a:close/>
                  <a:moveTo>
                    <a:pt x="360" y="217"/>
                  </a:moveTo>
                  <a:cubicBezTo>
                    <a:pt x="351" y="204"/>
                    <a:pt x="345" y="188"/>
                    <a:pt x="344" y="173"/>
                  </a:cubicBezTo>
                  <a:cubicBezTo>
                    <a:pt x="348" y="160"/>
                    <a:pt x="348" y="160"/>
                    <a:pt x="348" y="160"/>
                  </a:cubicBezTo>
                  <a:cubicBezTo>
                    <a:pt x="349" y="156"/>
                    <a:pt x="349" y="152"/>
                    <a:pt x="349" y="148"/>
                  </a:cubicBezTo>
                  <a:cubicBezTo>
                    <a:pt x="349" y="142"/>
                    <a:pt x="349" y="138"/>
                    <a:pt x="352" y="134"/>
                  </a:cubicBezTo>
                  <a:cubicBezTo>
                    <a:pt x="354" y="127"/>
                    <a:pt x="429" y="127"/>
                    <a:pt x="430" y="134"/>
                  </a:cubicBezTo>
                  <a:cubicBezTo>
                    <a:pt x="433" y="138"/>
                    <a:pt x="433" y="142"/>
                    <a:pt x="433" y="148"/>
                  </a:cubicBezTo>
                  <a:cubicBezTo>
                    <a:pt x="433" y="152"/>
                    <a:pt x="433" y="156"/>
                    <a:pt x="434" y="160"/>
                  </a:cubicBezTo>
                  <a:cubicBezTo>
                    <a:pt x="437" y="173"/>
                    <a:pt x="437" y="173"/>
                    <a:pt x="437" y="173"/>
                  </a:cubicBezTo>
                  <a:cubicBezTo>
                    <a:pt x="437" y="188"/>
                    <a:pt x="431" y="204"/>
                    <a:pt x="422" y="217"/>
                  </a:cubicBezTo>
                  <a:cubicBezTo>
                    <a:pt x="413" y="229"/>
                    <a:pt x="402" y="237"/>
                    <a:pt x="391" y="237"/>
                  </a:cubicBezTo>
                  <a:cubicBezTo>
                    <a:pt x="380" y="237"/>
                    <a:pt x="368" y="229"/>
                    <a:pt x="360" y="217"/>
                  </a:cubicBezTo>
                  <a:close/>
                  <a:moveTo>
                    <a:pt x="100" y="244"/>
                  </a:moveTo>
                  <a:cubicBezTo>
                    <a:pt x="113" y="244"/>
                    <a:pt x="127" y="235"/>
                    <a:pt x="137" y="221"/>
                  </a:cubicBezTo>
                  <a:cubicBezTo>
                    <a:pt x="147" y="208"/>
                    <a:pt x="154" y="190"/>
                    <a:pt x="154" y="172"/>
                  </a:cubicBezTo>
                  <a:cubicBezTo>
                    <a:pt x="154" y="172"/>
                    <a:pt x="154" y="172"/>
                    <a:pt x="154" y="172"/>
                  </a:cubicBezTo>
                  <a:cubicBezTo>
                    <a:pt x="154" y="172"/>
                    <a:pt x="154" y="172"/>
                    <a:pt x="154" y="172"/>
                  </a:cubicBezTo>
                  <a:cubicBezTo>
                    <a:pt x="154" y="170"/>
                    <a:pt x="154" y="169"/>
                    <a:pt x="154" y="168"/>
                  </a:cubicBezTo>
                  <a:cubicBezTo>
                    <a:pt x="154" y="130"/>
                    <a:pt x="160" y="99"/>
                    <a:pt x="114" y="93"/>
                  </a:cubicBezTo>
                  <a:cubicBezTo>
                    <a:pt x="110" y="92"/>
                    <a:pt x="105" y="92"/>
                    <a:pt x="99" y="92"/>
                  </a:cubicBezTo>
                  <a:cubicBezTo>
                    <a:pt x="93" y="92"/>
                    <a:pt x="87" y="93"/>
                    <a:pt x="82" y="94"/>
                  </a:cubicBezTo>
                  <a:cubicBezTo>
                    <a:pt x="40" y="100"/>
                    <a:pt x="46" y="131"/>
                    <a:pt x="46" y="168"/>
                  </a:cubicBezTo>
                  <a:cubicBezTo>
                    <a:pt x="46" y="169"/>
                    <a:pt x="46" y="170"/>
                    <a:pt x="46" y="172"/>
                  </a:cubicBezTo>
                  <a:cubicBezTo>
                    <a:pt x="46" y="172"/>
                    <a:pt x="46" y="172"/>
                    <a:pt x="46" y="172"/>
                  </a:cubicBezTo>
                  <a:cubicBezTo>
                    <a:pt x="46" y="172"/>
                    <a:pt x="46" y="172"/>
                    <a:pt x="46" y="172"/>
                  </a:cubicBezTo>
                  <a:cubicBezTo>
                    <a:pt x="46" y="190"/>
                    <a:pt x="52" y="208"/>
                    <a:pt x="62" y="221"/>
                  </a:cubicBezTo>
                  <a:cubicBezTo>
                    <a:pt x="72" y="235"/>
                    <a:pt x="86" y="244"/>
                    <a:pt x="100" y="244"/>
                  </a:cubicBezTo>
                  <a:close/>
                  <a:moveTo>
                    <a:pt x="68" y="217"/>
                  </a:moveTo>
                  <a:cubicBezTo>
                    <a:pt x="59" y="204"/>
                    <a:pt x="53" y="188"/>
                    <a:pt x="53" y="173"/>
                  </a:cubicBezTo>
                  <a:cubicBezTo>
                    <a:pt x="56" y="160"/>
                    <a:pt x="56" y="160"/>
                    <a:pt x="56" y="160"/>
                  </a:cubicBezTo>
                  <a:cubicBezTo>
                    <a:pt x="57" y="156"/>
                    <a:pt x="57" y="152"/>
                    <a:pt x="58" y="148"/>
                  </a:cubicBezTo>
                  <a:cubicBezTo>
                    <a:pt x="58" y="142"/>
                    <a:pt x="58" y="138"/>
                    <a:pt x="61" y="134"/>
                  </a:cubicBezTo>
                  <a:cubicBezTo>
                    <a:pt x="63" y="127"/>
                    <a:pt x="138" y="127"/>
                    <a:pt x="139" y="134"/>
                  </a:cubicBezTo>
                  <a:cubicBezTo>
                    <a:pt x="141" y="138"/>
                    <a:pt x="142" y="142"/>
                    <a:pt x="142" y="148"/>
                  </a:cubicBezTo>
                  <a:cubicBezTo>
                    <a:pt x="142" y="152"/>
                    <a:pt x="142" y="156"/>
                    <a:pt x="143" y="160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6" y="188"/>
                    <a:pt x="140" y="204"/>
                    <a:pt x="131" y="217"/>
                  </a:cubicBezTo>
                  <a:cubicBezTo>
                    <a:pt x="122" y="229"/>
                    <a:pt x="111" y="237"/>
                    <a:pt x="100" y="237"/>
                  </a:cubicBezTo>
                  <a:cubicBezTo>
                    <a:pt x="89" y="237"/>
                    <a:pt x="77" y="229"/>
                    <a:pt x="68" y="217"/>
                  </a:cubicBezTo>
                  <a:close/>
                  <a:moveTo>
                    <a:pt x="262" y="291"/>
                  </a:moveTo>
                  <a:cubicBezTo>
                    <a:pt x="253" y="308"/>
                    <a:pt x="253" y="308"/>
                    <a:pt x="253" y="308"/>
                  </a:cubicBezTo>
                  <a:cubicBezTo>
                    <a:pt x="252" y="310"/>
                    <a:pt x="251" y="311"/>
                    <a:pt x="252" y="313"/>
                  </a:cubicBezTo>
                  <a:cubicBezTo>
                    <a:pt x="260" y="412"/>
                    <a:pt x="260" y="412"/>
                    <a:pt x="260" y="412"/>
                  </a:cubicBezTo>
                  <a:cubicBezTo>
                    <a:pt x="285" y="360"/>
                    <a:pt x="299" y="326"/>
                    <a:pt x="314" y="264"/>
                  </a:cubicBezTo>
                  <a:cubicBezTo>
                    <a:pt x="364" y="275"/>
                    <a:pt x="402" y="298"/>
                    <a:pt x="402" y="334"/>
                  </a:cubicBezTo>
                  <a:cubicBezTo>
                    <a:pt x="402" y="437"/>
                    <a:pt x="402" y="437"/>
                    <a:pt x="402" y="437"/>
                  </a:cubicBezTo>
                  <a:cubicBezTo>
                    <a:pt x="402" y="454"/>
                    <a:pt x="388" y="467"/>
                    <a:pt x="371" y="467"/>
                  </a:cubicBezTo>
                  <a:cubicBezTo>
                    <a:pt x="287" y="467"/>
                    <a:pt x="203" y="467"/>
                    <a:pt x="119" y="467"/>
                  </a:cubicBezTo>
                  <a:cubicBezTo>
                    <a:pt x="102" y="467"/>
                    <a:pt x="88" y="454"/>
                    <a:pt x="88" y="437"/>
                  </a:cubicBezTo>
                  <a:cubicBezTo>
                    <a:pt x="88" y="402"/>
                    <a:pt x="88" y="368"/>
                    <a:pt x="88" y="334"/>
                  </a:cubicBezTo>
                  <a:cubicBezTo>
                    <a:pt x="88" y="298"/>
                    <a:pt x="126" y="275"/>
                    <a:pt x="176" y="264"/>
                  </a:cubicBezTo>
                  <a:cubicBezTo>
                    <a:pt x="191" y="327"/>
                    <a:pt x="206" y="360"/>
                    <a:pt x="231" y="413"/>
                  </a:cubicBezTo>
                  <a:cubicBezTo>
                    <a:pt x="239" y="313"/>
                    <a:pt x="239" y="313"/>
                    <a:pt x="239" y="313"/>
                  </a:cubicBezTo>
                  <a:cubicBezTo>
                    <a:pt x="239" y="311"/>
                    <a:pt x="239" y="310"/>
                    <a:pt x="238" y="308"/>
                  </a:cubicBezTo>
                  <a:cubicBezTo>
                    <a:pt x="229" y="291"/>
                    <a:pt x="229" y="291"/>
                    <a:pt x="229" y="291"/>
                  </a:cubicBezTo>
                  <a:cubicBezTo>
                    <a:pt x="228" y="290"/>
                    <a:pt x="228" y="289"/>
                    <a:pt x="229" y="288"/>
                  </a:cubicBezTo>
                  <a:cubicBezTo>
                    <a:pt x="229" y="287"/>
                    <a:pt x="230" y="286"/>
                    <a:pt x="231" y="286"/>
                  </a:cubicBezTo>
                  <a:cubicBezTo>
                    <a:pt x="241" y="286"/>
                    <a:pt x="250" y="286"/>
                    <a:pt x="259" y="286"/>
                  </a:cubicBezTo>
                  <a:cubicBezTo>
                    <a:pt x="261" y="286"/>
                    <a:pt x="262" y="287"/>
                    <a:pt x="262" y="288"/>
                  </a:cubicBezTo>
                  <a:cubicBezTo>
                    <a:pt x="263" y="289"/>
                    <a:pt x="263" y="290"/>
                    <a:pt x="262" y="291"/>
                  </a:cubicBezTo>
                  <a:close/>
                  <a:moveTo>
                    <a:pt x="490" y="371"/>
                  </a:moveTo>
                  <a:cubicBezTo>
                    <a:pt x="490" y="305"/>
                    <a:pt x="490" y="305"/>
                    <a:pt x="490" y="305"/>
                  </a:cubicBezTo>
                  <a:cubicBezTo>
                    <a:pt x="490" y="263"/>
                    <a:pt x="410" y="248"/>
                    <a:pt x="351" y="260"/>
                  </a:cubicBezTo>
                  <a:cubicBezTo>
                    <a:pt x="376" y="269"/>
                    <a:pt x="402" y="286"/>
                    <a:pt x="412" y="312"/>
                  </a:cubicBezTo>
                  <a:cubicBezTo>
                    <a:pt x="415" y="319"/>
                    <a:pt x="416" y="326"/>
                    <a:pt x="416" y="334"/>
                  </a:cubicBezTo>
                  <a:cubicBezTo>
                    <a:pt x="416" y="388"/>
                    <a:pt x="416" y="388"/>
                    <a:pt x="416" y="388"/>
                  </a:cubicBezTo>
                  <a:cubicBezTo>
                    <a:pt x="435" y="388"/>
                    <a:pt x="454" y="388"/>
                    <a:pt x="474" y="388"/>
                  </a:cubicBezTo>
                  <a:cubicBezTo>
                    <a:pt x="483" y="388"/>
                    <a:pt x="490" y="380"/>
                    <a:pt x="490" y="371"/>
                  </a:cubicBezTo>
                  <a:close/>
                  <a:moveTo>
                    <a:pt x="0" y="371"/>
                  </a:moveTo>
                  <a:cubicBezTo>
                    <a:pt x="0" y="380"/>
                    <a:pt x="7" y="388"/>
                    <a:pt x="16" y="388"/>
                  </a:cubicBezTo>
                  <a:cubicBezTo>
                    <a:pt x="36" y="388"/>
                    <a:pt x="55" y="388"/>
                    <a:pt x="74" y="388"/>
                  </a:cubicBezTo>
                  <a:cubicBezTo>
                    <a:pt x="74" y="334"/>
                    <a:pt x="74" y="334"/>
                    <a:pt x="74" y="334"/>
                  </a:cubicBezTo>
                  <a:cubicBezTo>
                    <a:pt x="74" y="326"/>
                    <a:pt x="75" y="319"/>
                    <a:pt x="78" y="312"/>
                  </a:cubicBezTo>
                  <a:cubicBezTo>
                    <a:pt x="88" y="286"/>
                    <a:pt x="114" y="269"/>
                    <a:pt x="139" y="260"/>
                  </a:cubicBezTo>
                  <a:cubicBezTo>
                    <a:pt x="80" y="248"/>
                    <a:pt x="0" y="263"/>
                    <a:pt x="0" y="305"/>
                  </a:cubicBezTo>
                  <a:cubicBezTo>
                    <a:pt x="0" y="327"/>
                    <a:pt x="0" y="349"/>
                    <a:pt x="0" y="371"/>
                  </a:cubicBezTo>
                  <a:close/>
                  <a:moveTo>
                    <a:pt x="197" y="192"/>
                  </a:moveTo>
                  <a:cubicBezTo>
                    <a:pt x="211" y="210"/>
                    <a:pt x="228" y="223"/>
                    <a:pt x="245" y="223"/>
                  </a:cubicBezTo>
                  <a:cubicBezTo>
                    <a:pt x="262" y="223"/>
                    <a:pt x="280" y="210"/>
                    <a:pt x="293" y="192"/>
                  </a:cubicBezTo>
                  <a:cubicBezTo>
                    <a:pt x="307" y="173"/>
                    <a:pt x="317" y="148"/>
                    <a:pt x="317" y="124"/>
                  </a:cubicBezTo>
                  <a:cubicBezTo>
                    <a:pt x="312" y="105"/>
                    <a:pt x="312" y="105"/>
                    <a:pt x="312" y="105"/>
                  </a:cubicBezTo>
                  <a:cubicBezTo>
                    <a:pt x="310" y="98"/>
                    <a:pt x="310" y="91"/>
                    <a:pt x="310" y="85"/>
                  </a:cubicBezTo>
                  <a:cubicBezTo>
                    <a:pt x="310" y="77"/>
                    <a:pt x="310" y="70"/>
                    <a:pt x="305" y="64"/>
                  </a:cubicBezTo>
                  <a:cubicBezTo>
                    <a:pt x="298" y="54"/>
                    <a:pt x="287" y="57"/>
                    <a:pt x="274" y="61"/>
                  </a:cubicBezTo>
                  <a:cubicBezTo>
                    <a:pt x="265" y="64"/>
                    <a:pt x="256" y="66"/>
                    <a:pt x="245" y="66"/>
                  </a:cubicBezTo>
                  <a:cubicBezTo>
                    <a:pt x="235" y="66"/>
                    <a:pt x="225" y="64"/>
                    <a:pt x="216" y="61"/>
                  </a:cubicBezTo>
                  <a:cubicBezTo>
                    <a:pt x="216" y="61"/>
                    <a:pt x="216" y="61"/>
                    <a:pt x="216" y="61"/>
                  </a:cubicBezTo>
                  <a:cubicBezTo>
                    <a:pt x="203" y="57"/>
                    <a:pt x="192" y="54"/>
                    <a:pt x="185" y="64"/>
                  </a:cubicBezTo>
                  <a:cubicBezTo>
                    <a:pt x="181" y="70"/>
                    <a:pt x="180" y="77"/>
                    <a:pt x="180" y="85"/>
                  </a:cubicBezTo>
                  <a:cubicBezTo>
                    <a:pt x="180" y="91"/>
                    <a:pt x="180" y="98"/>
                    <a:pt x="178" y="105"/>
                  </a:cubicBezTo>
                  <a:cubicBezTo>
                    <a:pt x="174" y="124"/>
                    <a:pt x="174" y="124"/>
                    <a:pt x="174" y="124"/>
                  </a:cubicBezTo>
                  <a:cubicBezTo>
                    <a:pt x="174" y="148"/>
                    <a:pt x="183" y="173"/>
                    <a:pt x="197" y="192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" name="Freeform 29"/>
            <p:cNvSpPr>
              <a:spLocks noEditPoints="1"/>
            </p:cNvSpPr>
            <p:nvPr/>
          </p:nvSpPr>
          <p:spPr bwMode="auto">
            <a:xfrm>
              <a:off x="4193165" y="2651859"/>
              <a:ext cx="506744" cy="598693"/>
            </a:xfrm>
            <a:custGeom>
              <a:avLst/>
              <a:gdLst>
                <a:gd name="T0" fmla="*/ 344 w 420"/>
                <a:gd name="T1" fmla="*/ 0 h 496"/>
                <a:gd name="T2" fmla="*/ 332 w 420"/>
                <a:gd name="T3" fmla="*/ 79 h 496"/>
                <a:gd name="T4" fmla="*/ 347 w 420"/>
                <a:gd name="T5" fmla="*/ 92 h 496"/>
                <a:gd name="T6" fmla="*/ 360 w 420"/>
                <a:gd name="T7" fmla="*/ 13 h 496"/>
                <a:gd name="T8" fmla="*/ 193 w 420"/>
                <a:gd name="T9" fmla="*/ 362 h 496"/>
                <a:gd name="T10" fmla="*/ 145 w 420"/>
                <a:gd name="T11" fmla="*/ 410 h 496"/>
                <a:gd name="T12" fmla="*/ 193 w 420"/>
                <a:gd name="T13" fmla="*/ 362 h 496"/>
                <a:gd name="T14" fmla="*/ 229 w 420"/>
                <a:gd name="T15" fmla="*/ 362 h 496"/>
                <a:gd name="T16" fmla="*/ 276 w 420"/>
                <a:gd name="T17" fmla="*/ 410 h 496"/>
                <a:gd name="T18" fmla="*/ 110 w 420"/>
                <a:gd name="T19" fmla="*/ 362 h 496"/>
                <a:gd name="T20" fmla="*/ 62 w 420"/>
                <a:gd name="T21" fmla="*/ 410 h 496"/>
                <a:gd name="T22" fmla="*/ 110 w 420"/>
                <a:gd name="T23" fmla="*/ 362 h 496"/>
                <a:gd name="T24" fmla="*/ 312 w 420"/>
                <a:gd name="T25" fmla="*/ 291 h 496"/>
                <a:gd name="T26" fmla="*/ 360 w 420"/>
                <a:gd name="T27" fmla="*/ 338 h 496"/>
                <a:gd name="T28" fmla="*/ 193 w 420"/>
                <a:gd name="T29" fmla="*/ 291 h 496"/>
                <a:gd name="T30" fmla="*/ 145 w 420"/>
                <a:gd name="T31" fmla="*/ 338 h 496"/>
                <a:gd name="T32" fmla="*/ 193 w 420"/>
                <a:gd name="T33" fmla="*/ 291 h 496"/>
                <a:gd name="T34" fmla="*/ 229 w 420"/>
                <a:gd name="T35" fmla="*/ 291 h 496"/>
                <a:gd name="T36" fmla="*/ 276 w 420"/>
                <a:gd name="T37" fmla="*/ 338 h 496"/>
                <a:gd name="T38" fmla="*/ 110 w 420"/>
                <a:gd name="T39" fmla="*/ 291 h 496"/>
                <a:gd name="T40" fmla="*/ 62 w 420"/>
                <a:gd name="T41" fmla="*/ 338 h 496"/>
                <a:gd name="T42" fmla="*/ 110 w 420"/>
                <a:gd name="T43" fmla="*/ 291 h 496"/>
                <a:gd name="T44" fmla="*/ 312 w 420"/>
                <a:gd name="T45" fmla="*/ 219 h 496"/>
                <a:gd name="T46" fmla="*/ 360 w 420"/>
                <a:gd name="T47" fmla="*/ 267 h 496"/>
                <a:gd name="T48" fmla="*/ 193 w 420"/>
                <a:gd name="T49" fmla="*/ 219 h 496"/>
                <a:gd name="T50" fmla="*/ 145 w 420"/>
                <a:gd name="T51" fmla="*/ 267 h 496"/>
                <a:gd name="T52" fmla="*/ 193 w 420"/>
                <a:gd name="T53" fmla="*/ 219 h 496"/>
                <a:gd name="T54" fmla="*/ 229 w 420"/>
                <a:gd name="T55" fmla="*/ 219 h 496"/>
                <a:gd name="T56" fmla="*/ 276 w 420"/>
                <a:gd name="T57" fmla="*/ 267 h 496"/>
                <a:gd name="T58" fmla="*/ 77 w 420"/>
                <a:gd name="T59" fmla="*/ 0 h 496"/>
                <a:gd name="T60" fmla="*/ 62 w 420"/>
                <a:gd name="T61" fmla="*/ 13 h 496"/>
                <a:gd name="T62" fmla="*/ 75 w 420"/>
                <a:gd name="T63" fmla="*/ 92 h 496"/>
                <a:gd name="T64" fmla="*/ 90 w 420"/>
                <a:gd name="T65" fmla="*/ 79 h 496"/>
                <a:gd name="T66" fmla="*/ 77 w 420"/>
                <a:gd name="T67" fmla="*/ 0 h 496"/>
                <a:gd name="T68" fmla="*/ 392 w 420"/>
                <a:gd name="T69" fmla="*/ 441 h 496"/>
                <a:gd name="T70" fmla="*/ 34 w 420"/>
                <a:gd name="T71" fmla="*/ 446 h 496"/>
                <a:gd name="T72" fmla="*/ 28 w 420"/>
                <a:gd name="T73" fmla="*/ 185 h 496"/>
                <a:gd name="T74" fmla="*/ 386 w 420"/>
                <a:gd name="T75" fmla="*/ 180 h 496"/>
                <a:gd name="T76" fmla="*/ 392 w 420"/>
                <a:gd name="T77" fmla="*/ 460 h 496"/>
                <a:gd name="T78" fmla="*/ 28 w 420"/>
                <a:gd name="T79" fmla="*/ 463 h 496"/>
                <a:gd name="T80" fmla="*/ 392 w 420"/>
                <a:gd name="T81" fmla="*/ 460 h 496"/>
                <a:gd name="T82" fmla="*/ 392 w 420"/>
                <a:gd name="T83" fmla="*/ 481 h 496"/>
                <a:gd name="T84" fmla="*/ 28 w 420"/>
                <a:gd name="T85" fmla="*/ 478 h 496"/>
                <a:gd name="T86" fmla="*/ 386 w 420"/>
                <a:gd name="T87" fmla="*/ 41 h 496"/>
                <a:gd name="T88" fmla="*/ 420 w 420"/>
                <a:gd name="T89" fmla="*/ 463 h 496"/>
                <a:gd name="T90" fmla="*/ 34 w 420"/>
                <a:gd name="T91" fmla="*/ 496 h 496"/>
                <a:gd name="T92" fmla="*/ 0 w 420"/>
                <a:gd name="T93" fmla="*/ 75 h 496"/>
                <a:gd name="T94" fmla="*/ 51 w 420"/>
                <a:gd name="T95" fmla="*/ 41 h 496"/>
                <a:gd name="T96" fmla="*/ 69 w 420"/>
                <a:gd name="T97" fmla="*/ 106 h 496"/>
                <a:gd name="T98" fmla="*/ 101 w 420"/>
                <a:gd name="T99" fmla="*/ 88 h 496"/>
                <a:gd name="T100" fmla="*/ 321 w 420"/>
                <a:gd name="T101" fmla="*/ 41 h 496"/>
                <a:gd name="T102" fmla="*/ 339 w 420"/>
                <a:gd name="T103" fmla="*/ 106 h 496"/>
                <a:gd name="T104" fmla="*/ 370 w 420"/>
                <a:gd name="T105" fmla="*/ 88 h 496"/>
                <a:gd name="T106" fmla="*/ 386 w 420"/>
                <a:gd name="T107" fmla="*/ 41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0" h="496">
                  <a:moveTo>
                    <a:pt x="347" y="0"/>
                  </a:moveTo>
                  <a:cubicBezTo>
                    <a:pt x="346" y="0"/>
                    <a:pt x="345" y="0"/>
                    <a:pt x="344" y="0"/>
                  </a:cubicBezTo>
                  <a:cubicBezTo>
                    <a:pt x="337" y="0"/>
                    <a:pt x="332" y="6"/>
                    <a:pt x="332" y="13"/>
                  </a:cubicBezTo>
                  <a:cubicBezTo>
                    <a:pt x="332" y="79"/>
                    <a:pt x="332" y="79"/>
                    <a:pt x="332" y="79"/>
                  </a:cubicBezTo>
                  <a:cubicBezTo>
                    <a:pt x="332" y="87"/>
                    <a:pt x="337" y="92"/>
                    <a:pt x="344" y="92"/>
                  </a:cubicBezTo>
                  <a:cubicBezTo>
                    <a:pt x="345" y="92"/>
                    <a:pt x="346" y="92"/>
                    <a:pt x="347" y="92"/>
                  </a:cubicBezTo>
                  <a:cubicBezTo>
                    <a:pt x="354" y="92"/>
                    <a:pt x="360" y="87"/>
                    <a:pt x="360" y="79"/>
                  </a:cubicBezTo>
                  <a:cubicBezTo>
                    <a:pt x="360" y="13"/>
                    <a:pt x="360" y="13"/>
                    <a:pt x="360" y="13"/>
                  </a:cubicBezTo>
                  <a:cubicBezTo>
                    <a:pt x="360" y="6"/>
                    <a:pt x="354" y="0"/>
                    <a:pt x="347" y="0"/>
                  </a:cubicBezTo>
                  <a:close/>
                  <a:moveTo>
                    <a:pt x="193" y="362"/>
                  </a:moveTo>
                  <a:cubicBezTo>
                    <a:pt x="177" y="362"/>
                    <a:pt x="161" y="362"/>
                    <a:pt x="145" y="362"/>
                  </a:cubicBezTo>
                  <a:cubicBezTo>
                    <a:pt x="145" y="378"/>
                    <a:pt x="145" y="394"/>
                    <a:pt x="145" y="410"/>
                  </a:cubicBezTo>
                  <a:cubicBezTo>
                    <a:pt x="161" y="410"/>
                    <a:pt x="177" y="410"/>
                    <a:pt x="193" y="410"/>
                  </a:cubicBezTo>
                  <a:cubicBezTo>
                    <a:pt x="193" y="394"/>
                    <a:pt x="193" y="378"/>
                    <a:pt x="193" y="362"/>
                  </a:cubicBezTo>
                  <a:close/>
                  <a:moveTo>
                    <a:pt x="276" y="362"/>
                  </a:moveTo>
                  <a:cubicBezTo>
                    <a:pt x="260" y="362"/>
                    <a:pt x="245" y="362"/>
                    <a:pt x="229" y="362"/>
                  </a:cubicBezTo>
                  <a:cubicBezTo>
                    <a:pt x="229" y="378"/>
                    <a:pt x="229" y="394"/>
                    <a:pt x="229" y="410"/>
                  </a:cubicBezTo>
                  <a:cubicBezTo>
                    <a:pt x="245" y="410"/>
                    <a:pt x="260" y="410"/>
                    <a:pt x="276" y="410"/>
                  </a:cubicBezTo>
                  <a:cubicBezTo>
                    <a:pt x="276" y="394"/>
                    <a:pt x="276" y="378"/>
                    <a:pt x="276" y="362"/>
                  </a:cubicBezTo>
                  <a:close/>
                  <a:moveTo>
                    <a:pt x="110" y="362"/>
                  </a:moveTo>
                  <a:cubicBezTo>
                    <a:pt x="62" y="362"/>
                    <a:pt x="62" y="362"/>
                    <a:pt x="62" y="362"/>
                  </a:cubicBezTo>
                  <a:cubicBezTo>
                    <a:pt x="62" y="410"/>
                    <a:pt x="62" y="410"/>
                    <a:pt x="62" y="410"/>
                  </a:cubicBezTo>
                  <a:cubicBezTo>
                    <a:pt x="110" y="410"/>
                    <a:pt x="110" y="410"/>
                    <a:pt x="110" y="410"/>
                  </a:cubicBezTo>
                  <a:cubicBezTo>
                    <a:pt x="110" y="362"/>
                    <a:pt x="110" y="362"/>
                    <a:pt x="110" y="362"/>
                  </a:cubicBezTo>
                  <a:close/>
                  <a:moveTo>
                    <a:pt x="360" y="291"/>
                  </a:moveTo>
                  <a:cubicBezTo>
                    <a:pt x="312" y="291"/>
                    <a:pt x="312" y="291"/>
                    <a:pt x="312" y="291"/>
                  </a:cubicBezTo>
                  <a:cubicBezTo>
                    <a:pt x="312" y="338"/>
                    <a:pt x="312" y="338"/>
                    <a:pt x="312" y="338"/>
                  </a:cubicBezTo>
                  <a:cubicBezTo>
                    <a:pt x="360" y="338"/>
                    <a:pt x="360" y="338"/>
                    <a:pt x="360" y="338"/>
                  </a:cubicBezTo>
                  <a:cubicBezTo>
                    <a:pt x="360" y="291"/>
                    <a:pt x="360" y="291"/>
                    <a:pt x="360" y="291"/>
                  </a:cubicBezTo>
                  <a:close/>
                  <a:moveTo>
                    <a:pt x="193" y="291"/>
                  </a:moveTo>
                  <a:cubicBezTo>
                    <a:pt x="177" y="291"/>
                    <a:pt x="161" y="291"/>
                    <a:pt x="145" y="291"/>
                  </a:cubicBezTo>
                  <a:cubicBezTo>
                    <a:pt x="145" y="306"/>
                    <a:pt x="145" y="322"/>
                    <a:pt x="145" y="338"/>
                  </a:cubicBezTo>
                  <a:cubicBezTo>
                    <a:pt x="161" y="338"/>
                    <a:pt x="177" y="338"/>
                    <a:pt x="193" y="338"/>
                  </a:cubicBezTo>
                  <a:cubicBezTo>
                    <a:pt x="193" y="322"/>
                    <a:pt x="193" y="306"/>
                    <a:pt x="193" y="291"/>
                  </a:cubicBezTo>
                  <a:close/>
                  <a:moveTo>
                    <a:pt x="276" y="291"/>
                  </a:moveTo>
                  <a:cubicBezTo>
                    <a:pt x="260" y="291"/>
                    <a:pt x="245" y="291"/>
                    <a:pt x="229" y="291"/>
                  </a:cubicBezTo>
                  <a:cubicBezTo>
                    <a:pt x="229" y="306"/>
                    <a:pt x="229" y="322"/>
                    <a:pt x="229" y="338"/>
                  </a:cubicBezTo>
                  <a:cubicBezTo>
                    <a:pt x="245" y="338"/>
                    <a:pt x="260" y="338"/>
                    <a:pt x="276" y="338"/>
                  </a:cubicBezTo>
                  <a:cubicBezTo>
                    <a:pt x="276" y="322"/>
                    <a:pt x="276" y="306"/>
                    <a:pt x="276" y="291"/>
                  </a:cubicBezTo>
                  <a:close/>
                  <a:moveTo>
                    <a:pt x="110" y="291"/>
                  </a:moveTo>
                  <a:cubicBezTo>
                    <a:pt x="62" y="291"/>
                    <a:pt x="62" y="291"/>
                    <a:pt x="62" y="291"/>
                  </a:cubicBezTo>
                  <a:cubicBezTo>
                    <a:pt x="62" y="338"/>
                    <a:pt x="62" y="338"/>
                    <a:pt x="62" y="338"/>
                  </a:cubicBezTo>
                  <a:cubicBezTo>
                    <a:pt x="110" y="338"/>
                    <a:pt x="110" y="338"/>
                    <a:pt x="110" y="338"/>
                  </a:cubicBezTo>
                  <a:cubicBezTo>
                    <a:pt x="110" y="291"/>
                    <a:pt x="110" y="291"/>
                    <a:pt x="110" y="291"/>
                  </a:cubicBezTo>
                  <a:close/>
                  <a:moveTo>
                    <a:pt x="360" y="219"/>
                  </a:moveTo>
                  <a:cubicBezTo>
                    <a:pt x="312" y="219"/>
                    <a:pt x="312" y="219"/>
                    <a:pt x="312" y="219"/>
                  </a:cubicBezTo>
                  <a:cubicBezTo>
                    <a:pt x="312" y="267"/>
                    <a:pt x="312" y="267"/>
                    <a:pt x="312" y="267"/>
                  </a:cubicBezTo>
                  <a:cubicBezTo>
                    <a:pt x="360" y="267"/>
                    <a:pt x="360" y="267"/>
                    <a:pt x="360" y="267"/>
                  </a:cubicBezTo>
                  <a:cubicBezTo>
                    <a:pt x="360" y="219"/>
                    <a:pt x="360" y="219"/>
                    <a:pt x="360" y="219"/>
                  </a:cubicBezTo>
                  <a:close/>
                  <a:moveTo>
                    <a:pt x="193" y="219"/>
                  </a:moveTo>
                  <a:cubicBezTo>
                    <a:pt x="177" y="219"/>
                    <a:pt x="161" y="219"/>
                    <a:pt x="145" y="219"/>
                  </a:cubicBezTo>
                  <a:cubicBezTo>
                    <a:pt x="145" y="235"/>
                    <a:pt x="145" y="251"/>
                    <a:pt x="145" y="267"/>
                  </a:cubicBezTo>
                  <a:cubicBezTo>
                    <a:pt x="161" y="267"/>
                    <a:pt x="177" y="267"/>
                    <a:pt x="193" y="267"/>
                  </a:cubicBezTo>
                  <a:cubicBezTo>
                    <a:pt x="193" y="251"/>
                    <a:pt x="193" y="235"/>
                    <a:pt x="193" y="219"/>
                  </a:cubicBezTo>
                  <a:close/>
                  <a:moveTo>
                    <a:pt x="276" y="219"/>
                  </a:moveTo>
                  <a:cubicBezTo>
                    <a:pt x="260" y="219"/>
                    <a:pt x="245" y="219"/>
                    <a:pt x="229" y="219"/>
                  </a:cubicBezTo>
                  <a:cubicBezTo>
                    <a:pt x="229" y="235"/>
                    <a:pt x="229" y="251"/>
                    <a:pt x="229" y="267"/>
                  </a:cubicBezTo>
                  <a:cubicBezTo>
                    <a:pt x="245" y="267"/>
                    <a:pt x="260" y="267"/>
                    <a:pt x="276" y="267"/>
                  </a:cubicBezTo>
                  <a:cubicBezTo>
                    <a:pt x="276" y="251"/>
                    <a:pt x="276" y="235"/>
                    <a:pt x="276" y="219"/>
                  </a:cubicBezTo>
                  <a:close/>
                  <a:moveTo>
                    <a:pt x="77" y="0"/>
                  </a:moveTo>
                  <a:cubicBezTo>
                    <a:pt x="76" y="0"/>
                    <a:pt x="76" y="0"/>
                    <a:pt x="75" y="0"/>
                  </a:cubicBezTo>
                  <a:cubicBezTo>
                    <a:pt x="68" y="0"/>
                    <a:pt x="62" y="6"/>
                    <a:pt x="62" y="13"/>
                  </a:cubicBezTo>
                  <a:cubicBezTo>
                    <a:pt x="62" y="79"/>
                    <a:pt x="62" y="79"/>
                    <a:pt x="62" y="79"/>
                  </a:cubicBezTo>
                  <a:cubicBezTo>
                    <a:pt x="62" y="87"/>
                    <a:pt x="68" y="92"/>
                    <a:pt x="75" y="92"/>
                  </a:cubicBezTo>
                  <a:cubicBezTo>
                    <a:pt x="76" y="92"/>
                    <a:pt x="76" y="92"/>
                    <a:pt x="77" y="92"/>
                  </a:cubicBezTo>
                  <a:cubicBezTo>
                    <a:pt x="84" y="92"/>
                    <a:pt x="90" y="87"/>
                    <a:pt x="90" y="79"/>
                  </a:cubicBezTo>
                  <a:cubicBezTo>
                    <a:pt x="90" y="13"/>
                    <a:pt x="90" y="13"/>
                    <a:pt x="90" y="13"/>
                  </a:cubicBezTo>
                  <a:cubicBezTo>
                    <a:pt x="90" y="6"/>
                    <a:pt x="84" y="0"/>
                    <a:pt x="77" y="0"/>
                  </a:cubicBezTo>
                  <a:close/>
                  <a:moveTo>
                    <a:pt x="392" y="185"/>
                  </a:moveTo>
                  <a:cubicBezTo>
                    <a:pt x="392" y="441"/>
                    <a:pt x="392" y="441"/>
                    <a:pt x="392" y="441"/>
                  </a:cubicBezTo>
                  <a:cubicBezTo>
                    <a:pt x="392" y="443"/>
                    <a:pt x="389" y="446"/>
                    <a:pt x="386" y="446"/>
                  </a:cubicBezTo>
                  <a:cubicBezTo>
                    <a:pt x="34" y="446"/>
                    <a:pt x="34" y="446"/>
                    <a:pt x="34" y="446"/>
                  </a:cubicBezTo>
                  <a:cubicBezTo>
                    <a:pt x="31" y="446"/>
                    <a:pt x="28" y="443"/>
                    <a:pt x="28" y="441"/>
                  </a:cubicBezTo>
                  <a:cubicBezTo>
                    <a:pt x="28" y="185"/>
                    <a:pt x="28" y="185"/>
                    <a:pt x="28" y="185"/>
                  </a:cubicBezTo>
                  <a:cubicBezTo>
                    <a:pt x="28" y="182"/>
                    <a:pt x="31" y="180"/>
                    <a:pt x="34" y="180"/>
                  </a:cubicBezTo>
                  <a:cubicBezTo>
                    <a:pt x="386" y="180"/>
                    <a:pt x="386" y="180"/>
                    <a:pt x="386" y="180"/>
                  </a:cubicBezTo>
                  <a:cubicBezTo>
                    <a:pt x="389" y="180"/>
                    <a:pt x="392" y="182"/>
                    <a:pt x="392" y="185"/>
                  </a:cubicBezTo>
                  <a:close/>
                  <a:moveTo>
                    <a:pt x="392" y="460"/>
                  </a:moveTo>
                  <a:cubicBezTo>
                    <a:pt x="392" y="463"/>
                    <a:pt x="392" y="463"/>
                    <a:pt x="392" y="463"/>
                  </a:cubicBezTo>
                  <a:cubicBezTo>
                    <a:pt x="28" y="463"/>
                    <a:pt x="28" y="463"/>
                    <a:pt x="28" y="463"/>
                  </a:cubicBezTo>
                  <a:cubicBezTo>
                    <a:pt x="28" y="460"/>
                    <a:pt x="28" y="460"/>
                    <a:pt x="28" y="460"/>
                  </a:cubicBezTo>
                  <a:cubicBezTo>
                    <a:pt x="392" y="460"/>
                    <a:pt x="392" y="460"/>
                    <a:pt x="392" y="460"/>
                  </a:cubicBezTo>
                  <a:close/>
                  <a:moveTo>
                    <a:pt x="392" y="478"/>
                  </a:moveTo>
                  <a:cubicBezTo>
                    <a:pt x="392" y="481"/>
                    <a:pt x="392" y="481"/>
                    <a:pt x="392" y="481"/>
                  </a:cubicBezTo>
                  <a:cubicBezTo>
                    <a:pt x="28" y="481"/>
                    <a:pt x="28" y="481"/>
                    <a:pt x="28" y="481"/>
                  </a:cubicBezTo>
                  <a:cubicBezTo>
                    <a:pt x="28" y="478"/>
                    <a:pt x="28" y="478"/>
                    <a:pt x="28" y="478"/>
                  </a:cubicBezTo>
                  <a:cubicBezTo>
                    <a:pt x="392" y="478"/>
                    <a:pt x="392" y="478"/>
                    <a:pt x="392" y="478"/>
                  </a:cubicBezTo>
                  <a:close/>
                  <a:moveTo>
                    <a:pt x="386" y="41"/>
                  </a:moveTo>
                  <a:cubicBezTo>
                    <a:pt x="405" y="41"/>
                    <a:pt x="420" y="56"/>
                    <a:pt x="420" y="75"/>
                  </a:cubicBezTo>
                  <a:cubicBezTo>
                    <a:pt x="420" y="463"/>
                    <a:pt x="420" y="463"/>
                    <a:pt x="420" y="463"/>
                  </a:cubicBezTo>
                  <a:cubicBezTo>
                    <a:pt x="420" y="481"/>
                    <a:pt x="405" y="496"/>
                    <a:pt x="386" y="496"/>
                  </a:cubicBezTo>
                  <a:cubicBezTo>
                    <a:pt x="269" y="496"/>
                    <a:pt x="151" y="496"/>
                    <a:pt x="34" y="496"/>
                  </a:cubicBezTo>
                  <a:cubicBezTo>
                    <a:pt x="15" y="496"/>
                    <a:pt x="0" y="481"/>
                    <a:pt x="0" y="463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56"/>
                    <a:pt x="15" y="41"/>
                    <a:pt x="34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57"/>
                    <a:pt x="51" y="72"/>
                    <a:pt x="51" y="88"/>
                  </a:cubicBezTo>
                  <a:cubicBezTo>
                    <a:pt x="51" y="98"/>
                    <a:pt x="59" y="106"/>
                    <a:pt x="69" y="106"/>
                  </a:cubicBezTo>
                  <a:cubicBezTo>
                    <a:pt x="74" y="106"/>
                    <a:pt x="78" y="106"/>
                    <a:pt x="83" y="106"/>
                  </a:cubicBezTo>
                  <a:cubicBezTo>
                    <a:pt x="93" y="106"/>
                    <a:pt x="101" y="98"/>
                    <a:pt x="101" y="88"/>
                  </a:cubicBezTo>
                  <a:cubicBezTo>
                    <a:pt x="101" y="72"/>
                    <a:pt x="101" y="57"/>
                    <a:pt x="101" y="41"/>
                  </a:cubicBezTo>
                  <a:cubicBezTo>
                    <a:pt x="321" y="41"/>
                    <a:pt x="321" y="41"/>
                    <a:pt x="321" y="41"/>
                  </a:cubicBezTo>
                  <a:cubicBezTo>
                    <a:pt x="321" y="57"/>
                    <a:pt x="321" y="72"/>
                    <a:pt x="321" y="88"/>
                  </a:cubicBezTo>
                  <a:cubicBezTo>
                    <a:pt x="321" y="98"/>
                    <a:pt x="329" y="106"/>
                    <a:pt x="339" y="106"/>
                  </a:cubicBezTo>
                  <a:cubicBezTo>
                    <a:pt x="343" y="106"/>
                    <a:pt x="348" y="106"/>
                    <a:pt x="352" y="106"/>
                  </a:cubicBezTo>
                  <a:cubicBezTo>
                    <a:pt x="362" y="106"/>
                    <a:pt x="370" y="98"/>
                    <a:pt x="370" y="88"/>
                  </a:cubicBezTo>
                  <a:cubicBezTo>
                    <a:pt x="370" y="72"/>
                    <a:pt x="370" y="57"/>
                    <a:pt x="370" y="41"/>
                  </a:cubicBezTo>
                  <a:lnTo>
                    <a:pt x="386" y="4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" name="Freeform 30"/>
            <p:cNvSpPr>
              <a:spLocks noEditPoints="1"/>
            </p:cNvSpPr>
            <p:nvPr/>
          </p:nvSpPr>
          <p:spPr bwMode="auto">
            <a:xfrm>
              <a:off x="7516809" y="2606482"/>
              <a:ext cx="551558" cy="689448"/>
            </a:xfrm>
            <a:custGeom>
              <a:avLst/>
              <a:gdLst>
                <a:gd name="T0" fmla="*/ 100 w 408"/>
                <a:gd name="T1" fmla="*/ 18 h 510"/>
                <a:gd name="T2" fmla="*/ 290 w 408"/>
                <a:gd name="T3" fmla="*/ 368 h 510"/>
                <a:gd name="T4" fmla="*/ 345 w 408"/>
                <a:gd name="T5" fmla="*/ 332 h 510"/>
                <a:gd name="T6" fmla="*/ 259 w 408"/>
                <a:gd name="T7" fmla="*/ 464 h 510"/>
                <a:gd name="T8" fmla="*/ 267 w 408"/>
                <a:gd name="T9" fmla="*/ 397 h 510"/>
                <a:gd name="T10" fmla="*/ 241 w 408"/>
                <a:gd name="T11" fmla="*/ 345 h 510"/>
                <a:gd name="T12" fmla="*/ 216 w 408"/>
                <a:gd name="T13" fmla="*/ 319 h 510"/>
                <a:gd name="T14" fmla="*/ 320 w 408"/>
                <a:gd name="T15" fmla="*/ 474 h 510"/>
                <a:gd name="T16" fmla="*/ 159 w 408"/>
                <a:gd name="T17" fmla="*/ 386 h 510"/>
                <a:gd name="T18" fmla="*/ 196 w 408"/>
                <a:gd name="T19" fmla="*/ 298 h 510"/>
                <a:gd name="T20" fmla="*/ 229 w 408"/>
                <a:gd name="T21" fmla="*/ 381 h 510"/>
                <a:gd name="T22" fmla="*/ 338 w 408"/>
                <a:gd name="T23" fmla="*/ 391 h 510"/>
                <a:gd name="T24" fmla="*/ 278 w 408"/>
                <a:gd name="T25" fmla="*/ 440 h 510"/>
                <a:gd name="T26" fmla="*/ 289 w 408"/>
                <a:gd name="T27" fmla="*/ 332 h 510"/>
                <a:gd name="T28" fmla="*/ 126 w 408"/>
                <a:gd name="T29" fmla="*/ 86 h 510"/>
                <a:gd name="T30" fmla="*/ 138 w 408"/>
                <a:gd name="T31" fmla="*/ 19 h 510"/>
                <a:gd name="T32" fmla="*/ 217 w 408"/>
                <a:gd name="T33" fmla="*/ 61 h 510"/>
                <a:gd name="T34" fmla="*/ 127 w 408"/>
                <a:gd name="T35" fmla="*/ 22 h 510"/>
                <a:gd name="T36" fmla="*/ 244 w 408"/>
                <a:gd name="T37" fmla="*/ 59 h 510"/>
                <a:gd name="T38" fmla="*/ 134 w 408"/>
                <a:gd name="T39" fmla="*/ 343 h 510"/>
                <a:gd name="T40" fmla="*/ 87 w 408"/>
                <a:gd name="T41" fmla="*/ 290 h 510"/>
                <a:gd name="T42" fmla="*/ 86 w 408"/>
                <a:gd name="T43" fmla="*/ 290 h 510"/>
                <a:gd name="T44" fmla="*/ 85 w 408"/>
                <a:gd name="T45" fmla="*/ 290 h 510"/>
                <a:gd name="T46" fmla="*/ 84 w 408"/>
                <a:gd name="T47" fmla="*/ 289 h 510"/>
                <a:gd name="T48" fmla="*/ 83 w 408"/>
                <a:gd name="T49" fmla="*/ 289 h 510"/>
                <a:gd name="T50" fmla="*/ 83 w 408"/>
                <a:gd name="T51" fmla="*/ 289 h 510"/>
                <a:gd name="T52" fmla="*/ 82 w 408"/>
                <a:gd name="T53" fmla="*/ 289 h 510"/>
                <a:gd name="T54" fmla="*/ 81 w 408"/>
                <a:gd name="T55" fmla="*/ 288 h 510"/>
                <a:gd name="T56" fmla="*/ 81 w 408"/>
                <a:gd name="T57" fmla="*/ 288 h 510"/>
                <a:gd name="T58" fmla="*/ 80 w 408"/>
                <a:gd name="T59" fmla="*/ 287 h 510"/>
                <a:gd name="T60" fmla="*/ 80 w 408"/>
                <a:gd name="T61" fmla="*/ 287 h 510"/>
                <a:gd name="T62" fmla="*/ 79 w 408"/>
                <a:gd name="T63" fmla="*/ 286 h 510"/>
                <a:gd name="T64" fmla="*/ 79 w 408"/>
                <a:gd name="T65" fmla="*/ 285 h 510"/>
                <a:gd name="T66" fmla="*/ 78 w 408"/>
                <a:gd name="T67" fmla="*/ 284 h 510"/>
                <a:gd name="T68" fmla="*/ 78 w 408"/>
                <a:gd name="T69" fmla="*/ 284 h 510"/>
                <a:gd name="T70" fmla="*/ 78 w 408"/>
                <a:gd name="T71" fmla="*/ 283 h 510"/>
                <a:gd name="T72" fmla="*/ 78 w 408"/>
                <a:gd name="T73" fmla="*/ 282 h 510"/>
                <a:gd name="T74" fmla="*/ 77 w 408"/>
                <a:gd name="T75" fmla="*/ 281 h 510"/>
                <a:gd name="T76" fmla="*/ 77 w 408"/>
                <a:gd name="T77" fmla="*/ 281 h 510"/>
                <a:gd name="T78" fmla="*/ 77 w 408"/>
                <a:gd name="T79" fmla="*/ 280 h 510"/>
                <a:gd name="T80" fmla="*/ 77 w 408"/>
                <a:gd name="T81" fmla="*/ 279 h 510"/>
                <a:gd name="T82" fmla="*/ 78 w 408"/>
                <a:gd name="T83" fmla="*/ 278 h 510"/>
                <a:gd name="T84" fmla="*/ 78 w 408"/>
                <a:gd name="T85" fmla="*/ 278 h 510"/>
                <a:gd name="T86" fmla="*/ 78 w 408"/>
                <a:gd name="T87" fmla="*/ 277 h 510"/>
                <a:gd name="T88" fmla="*/ 79 w 408"/>
                <a:gd name="T89" fmla="*/ 276 h 510"/>
                <a:gd name="T90" fmla="*/ 79 w 408"/>
                <a:gd name="T91" fmla="*/ 275 h 510"/>
                <a:gd name="T92" fmla="*/ 80 w 408"/>
                <a:gd name="T93" fmla="*/ 274 h 510"/>
                <a:gd name="T94" fmla="*/ 80 w 408"/>
                <a:gd name="T95" fmla="*/ 274 h 510"/>
                <a:gd name="T96" fmla="*/ 81 w 408"/>
                <a:gd name="T97" fmla="*/ 273 h 510"/>
                <a:gd name="T98" fmla="*/ 82 w 408"/>
                <a:gd name="T99" fmla="*/ 272 h 510"/>
                <a:gd name="T100" fmla="*/ 83 w 408"/>
                <a:gd name="T101" fmla="*/ 272 h 510"/>
                <a:gd name="T102" fmla="*/ 84 w 408"/>
                <a:gd name="T103" fmla="*/ 272 h 510"/>
                <a:gd name="T104" fmla="*/ 86 w 408"/>
                <a:gd name="T105" fmla="*/ 271 h 510"/>
                <a:gd name="T106" fmla="*/ 77 w 408"/>
                <a:gd name="T107" fmla="*/ 280 h 510"/>
                <a:gd name="T108" fmla="*/ 87 w 408"/>
                <a:gd name="T109" fmla="*/ 237 h 510"/>
                <a:gd name="T110" fmla="*/ 267 w 408"/>
                <a:gd name="T111" fmla="*/ 175 h 510"/>
                <a:gd name="T112" fmla="*/ 258 w 408"/>
                <a:gd name="T113" fmla="*/ 115 h 510"/>
                <a:gd name="T114" fmla="*/ 87 w 408"/>
                <a:gd name="T115" fmla="*/ 115 h 510"/>
                <a:gd name="T116" fmla="*/ 212 w 408"/>
                <a:gd name="T117" fmla="*/ 28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8" h="510">
                  <a:moveTo>
                    <a:pt x="23" y="460"/>
                  </a:moveTo>
                  <a:cubicBezTo>
                    <a:pt x="147" y="460"/>
                    <a:pt x="147" y="460"/>
                    <a:pt x="147" y="460"/>
                  </a:cubicBezTo>
                  <a:cubicBezTo>
                    <a:pt x="140" y="447"/>
                    <a:pt x="135" y="434"/>
                    <a:pt x="132" y="419"/>
                  </a:cubicBezTo>
                  <a:cubicBezTo>
                    <a:pt x="43" y="419"/>
                    <a:pt x="43" y="419"/>
                    <a:pt x="43" y="419"/>
                  </a:cubicBezTo>
                  <a:cubicBezTo>
                    <a:pt x="43" y="59"/>
                    <a:pt x="43" y="59"/>
                    <a:pt x="43" y="59"/>
                  </a:cubicBezTo>
                  <a:cubicBezTo>
                    <a:pt x="100" y="59"/>
                    <a:pt x="100" y="59"/>
                    <a:pt x="100" y="59"/>
                  </a:cubicBezTo>
                  <a:cubicBezTo>
                    <a:pt x="100" y="18"/>
                    <a:pt x="100" y="18"/>
                    <a:pt x="100" y="18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11" y="18"/>
                    <a:pt x="0" y="28"/>
                    <a:pt x="0" y="41"/>
                  </a:cubicBezTo>
                  <a:cubicBezTo>
                    <a:pt x="0" y="437"/>
                    <a:pt x="0" y="437"/>
                    <a:pt x="0" y="437"/>
                  </a:cubicBezTo>
                  <a:cubicBezTo>
                    <a:pt x="0" y="450"/>
                    <a:pt x="11" y="460"/>
                    <a:pt x="23" y="460"/>
                  </a:cubicBezTo>
                  <a:close/>
                  <a:moveTo>
                    <a:pt x="286" y="370"/>
                  </a:moveTo>
                  <a:cubicBezTo>
                    <a:pt x="286" y="370"/>
                    <a:pt x="287" y="369"/>
                    <a:pt x="287" y="369"/>
                  </a:cubicBezTo>
                  <a:cubicBezTo>
                    <a:pt x="288" y="368"/>
                    <a:pt x="289" y="368"/>
                    <a:pt x="290" y="368"/>
                  </a:cubicBezTo>
                  <a:cubicBezTo>
                    <a:pt x="291" y="369"/>
                    <a:pt x="291" y="369"/>
                    <a:pt x="291" y="370"/>
                  </a:cubicBezTo>
                  <a:cubicBezTo>
                    <a:pt x="292" y="370"/>
                    <a:pt x="292" y="370"/>
                    <a:pt x="292" y="370"/>
                  </a:cubicBezTo>
                  <a:cubicBezTo>
                    <a:pt x="337" y="325"/>
                    <a:pt x="337" y="325"/>
                    <a:pt x="337" y="325"/>
                  </a:cubicBezTo>
                  <a:cubicBezTo>
                    <a:pt x="338" y="324"/>
                    <a:pt x="340" y="323"/>
                    <a:pt x="341" y="323"/>
                  </a:cubicBezTo>
                  <a:cubicBezTo>
                    <a:pt x="342" y="323"/>
                    <a:pt x="344" y="324"/>
                    <a:pt x="345" y="325"/>
                  </a:cubicBezTo>
                  <a:cubicBezTo>
                    <a:pt x="346" y="326"/>
                    <a:pt x="346" y="327"/>
                    <a:pt x="346" y="329"/>
                  </a:cubicBezTo>
                  <a:cubicBezTo>
                    <a:pt x="346" y="330"/>
                    <a:pt x="346" y="331"/>
                    <a:pt x="345" y="332"/>
                  </a:cubicBezTo>
                  <a:cubicBezTo>
                    <a:pt x="293" y="384"/>
                    <a:pt x="293" y="384"/>
                    <a:pt x="293" y="384"/>
                  </a:cubicBezTo>
                  <a:cubicBezTo>
                    <a:pt x="300" y="389"/>
                    <a:pt x="300" y="389"/>
                    <a:pt x="300" y="389"/>
                  </a:cubicBezTo>
                  <a:cubicBezTo>
                    <a:pt x="302" y="391"/>
                    <a:pt x="303" y="392"/>
                    <a:pt x="303" y="394"/>
                  </a:cubicBezTo>
                  <a:cubicBezTo>
                    <a:pt x="304" y="398"/>
                    <a:pt x="301" y="402"/>
                    <a:pt x="297" y="403"/>
                  </a:cubicBezTo>
                  <a:cubicBezTo>
                    <a:pt x="295" y="403"/>
                    <a:pt x="293" y="403"/>
                    <a:pt x="291" y="401"/>
                  </a:cubicBezTo>
                  <a:cubicBezTo>
                    <a:pt x="283" y="396"/>
                    <a:pt x="283" y="396"/>
                    <a:pt x="283" y="396"/>
                  </a:cubicBezTo>
                  <a:cubicBezTo>
                    <a:pt x="259" y="464"/>
                    <a:pt x="259" y="464"/>
                    <a:pt x="259" y="464"/>
                  </a:cubicBezTo>
                  <a:cubicBezTo>
                    <a:pt x="259" y="465"/>
                    <a:pt x="258" y="465"/>
                    <a:pt x="258" y="466"/>
                  </a:cubicBezTo>
                  <a:cubicBezTo>
                    <a:pt x="256" y="466"/>
                    <a:pt x="254" y="466"/>
                    <a:pt x="253" y="464"/>
                  </a:cubicBezTo>
                  <a:cubicBezTo>
                    <a:pt x="253" y="463"/>
                    <a:pt x="253" y="463"/>
                    <a:pt x="253" y="462"/>
                  </a:cubicBezTo>
                  <a:cubicBezTo>
                    <a:pt x="274" y="402"/>
                    <a:pt x="274" y="402"/>
                    <a:pt x="274" y="402"/>
                  </a:cubicBezTo>
                  <a:cubicBezTo>
                    <a:pt x="274" y="402"/>
                    <a:pt x="273" y="403"/>
                    <a:pt x="272" y="403"/>
                  </a:cubicBezTo>
                  <a:cubicBezTo>
                    <a:pt x="271" y="403"/>
                    <a:pt x="270" y="402"/>
                    <a:pt x="269" y="401"/>
                  </a:cubicBezTo>
                  <a:cubicBezTo>
                    <a:pt x="268" y="400"/>
                    <a:pt x="267" y="399"/>
                    <a:pt x="267" y="397"/>
                  </a:cubicBezTo>
                  <a:cubicBezTo>
                    <a:pt x="267" y="396"/>
                    <a:pt x="268" y="394"/>
                    <a:pt x="269" y="393"/>
                  </a:cubicBezTo>
                  <a:cubicBezTo>
                    <a:pt x="274" y="388"/>
                    <a:pt x="274" y="388"/>
                    <a:pt x="274" y="388"/>
                  </a:cubicBezTo>
                  <a:cubicBezTo>
                    <a:pt x="232" y="357"/>
                    <a:pt x="232" y="357"/>
                    <a:pt x="232" y="357"/>
                  </a:cubicBezTo>
                  <a:cubicBezTo>
                    <a:pt x="231" y="356"/>
                    <a:pt x="230" y="354"/>
                    <a:pt x="229" y="352"/>
                  </a:cubicBezTo>
                  <a:cubicBezTo>
                    <a:pt x="229" y="350"/>
                    <a:pt x="230" y="348"/>
                    <a:pt x="231" y="347"/>
                  </a:cubicBezTo>
                  <a:cubicBezTo>
                    <a:pt x="232" y="345"/>
                    <a:pt x="234" y="344"/>
                    <a:pt x="236" y="344"/>
                  </a:cubicBezTo>
                  <a:cubicBezTo>
                    <a:pt x="238" y="344"/>
                    <a:pt x="240" y="344"/>
                    <a:pt x="241" y="345"/>
                  </a:cubicBezTo>
                  <a:cubicBezTo>
                    <a:pt x="283" y="377"/>
                    <a:pt x="283" y="377"/>
                    <a:pt x="283" y="377"/>
                  </a:cubicBezTo>
                  <a:cubicBezTo>
                    <a:pt x="286" y="370"/>
                    <a:pt x="286" y="370"/>
                    <a:pt x="286" y="370"/>
                  </a:cubicBezTo>
                  <a:close/>
                  <a:moveTo>
                    <a:pt x="350" y="319"/>
                  </a:moveTo>
                  <a:cubicBezTo>
                    <a:pt x="342" y="310"/>
                    <a:pt x="331" y="303"/>
                    <a:pt x="320" y="299"/>
                  </a:cubicBezTo>
                  <a:cubicBezTo>
                    <a:pt x="309" y="294"/>
                    <a:pt x="296" y="291"/>
                    <a:pt x="283" y="291"/>
                  </a:cubicBezTo>
                  <a:cubicBezTo>
                    <a:pt x="271" y="291"/>
                    <a:pt x="258" y="294"/>
                    <a:pt x="247" y="299"/>
                  </a:cubicBezTo>
                  <a:cubicBezTo>
                    <a:pt x="236" y="303"/>
                    <a:pt x="225" y="310"/>
                    <a:pt x="216" y="319"/>
                  </a:cubicBezTo>
                  <a:cubicBezTo>
                    <a:pt x="208" y="328"/>
                    <a:pt x="201" y="338"/>
                    <a:pt x="196" y="350"/>
                  </a:cubicBezTo>
                  <a:cubicBezTo>
                    <a:pt x="191" y="361"/>
                    <a:pt x="189" y="373"/>
                    <a:pt x="189" y="386"/>
                  </a:cubicBezTo>
                  <a:cubicBezTo>
                    <a:pt x="189" y="399"/>
                    <a:pt x="191" y="411"/>
                    <a:pt x="196" y="422"/>
                  </a:cubicBezTo>
                  <a:cubicBezTo>
                    <a:pt x="201" y="434"/>
                    <a:pt x="208" y="444"/>
                    <a:pt x="216" y="453"/>
                  </a:cubicBezTo>
                  <a:cubicBezTo>
                    <a:pt x="225" y="462"/>
                    <a:pt x="236" y="469"/>
                    <a:pt x="247" y="474"/>
                  </a:cubicBezTo>
                  <a:cubicBezTo>
                    <a:pt x="258" y="478"/>
                    <a:pt x="271" y="481"/>
                    <a:pt x="283" y="481"/>
                  </a:cubicBezTo>
                  <a:cubicBezTo>
                    <a:pt x="296" y="481"/>
                    <a:pt x="309" y="478"/>
                    <a:pt x="320" y="474"/>
                  </a:cubicBezTo>
                  <a:cubicBezTo>
                    <a:pt x="331" y="469"/>
                    <a:pt x="342" y="462"/>
                    <a:pt x="350" y="453"/>
                  </a:cubicBezTo>
                  <a:cubicBezTo>
                    <a:pt x="359" y="444"/>
                    <a:pt x="366" y="434"/>
                    <a:pt x="371" y="422"/>
                  </a:cubicBezTo>
                  <a:cubicBezTo>
                    <a:pt x="376" y="411"/>
                    <a:pt x="378" y="399"/>
                    <a:pt x="378" y="386"/>
                  </a:cubicBezTo>
                  <a:cubicBezTo>
                    <a:pt x="378" y="373"/>
                    <a:pt x="376" y="361"/>
                    <a:pt x="371" y="350"/>
                  </a:cubicBezTo>
                  <a:cubicBezTo>
                    <a:pt x="366" y="338"/>
                    <a:pt x="359" y="328"/>
                    <a:pt x="350" y="319"/>
                  </a:cubicBezTo>
                  <a:close/>
                  <a:moveTo>
                    <a:pt x="196" y="298"/>
                  </a:moveTo>
                  <a:cubicBezTo>
                    <a:pt x="173" y="321"/>
                    <a:pt x="159" y="352"/>
                    <a:pt x="159" y="386"/>
                  </a:cubicBezTo>
                  <a:cubicBezTo>
                    <a:pt x="159" y="420"/>
                    <a:pt x="173" y="451"/>
                    <a:pt x="196" y="474"/>
                  </a:cubicBezTo>
                  <a:cubicBezTo>
                    <a:pt x="218" y="496"/>
                    <a:pt x="249" y="510"/>
                    <a:pt x="283" y="510"/>
                  </a:cubicBezTo>
                  <a:cubicBezTo>
                    <a:pt x="318" y="510"/>
                    <a:pt x="349" y="496"/>
                    <a:pt x="371" y="474"/>
                  </a:cubicBezTo>
                  <a:cubicBezTo>
                    <a:pt x="394" y="451"/>
                    <a:pt x="408" y="420"/>
                    <a:pt x="408" y="386"/>
                  </a:cubicBezTo>
                  <a:cubicBezTo>
                    <a:pt x="408" y="352"/>
                    <a:pt x="394" y="321"/>
                    <a:pt x="371" y="298"/>
                  </a:cubicBezTo>
                  <a:cubicBezTo>
                    <a:pt x="349" y="276"/>
                    <a:pt x="318" y="262"/>
                    <a:pt x="283" y="262"/>
                  </a:cubicBezTo>
                  <a:cubicBezTo>
                    <a:pt x="249" y="262"/>
                    <a:pt x="218" y="276"/>
                    <a:pt x="196" y="298"/>
                  </a:cubicBezTo>
                  <a:close/>
                  <a:moveTo>
                    <a:pt x="229" y="381"/>
                  </a:moveTo>
                  <a:cubicBezTo>
                    <a:pt x="202" y="381"/>
                    <a:pt x="202" y="381"/>
                    <a:pt x="202" y="381"/>
                  </a:cubicBezTo>
                  <a:cubicBezTo>
                    <a:pt x="199" y="381"/>
                    <a:pt x="197" y="383"/>
                    <a:pt x="197" y="386"/>
                  </a:cubicBezTo>
                  <a:cubicBezTo>
                    <a:pt x="197" y="389"/>
                    <a:pt x="199" y="391"/>
                    <a:pt x="202" y="391"/>
                  </a:cubicBezTo>
                  <a:cubicBezTo>
                    <a:pt x="229" y="391"/>
                    <a:pt x="229" y="391"/>
                    <a:pt x="229" y="391"/>
                  </a:cubicBezTo>
                  <a:cubicBezTo>
                    <a:pt x="232" y="391"/>
                    <a:pt x="235" y="389"/>
                    <a:pt x="235" y="386"/>
                  </a:cubicBezTo>
                  <a:cubicBezTo>
                    <a:pt x="235" y="383"/>
                    <a:pt x="232" y="381"/>
                    <a:pt x="229" y="381"/>
                  </a:cubicBezTo>
                  <a:close/>
                  <a:moveTo>
                    <a:pt x="338" y="391"/>
                  </a:moveTo>
                  <a:cubicBezTo>
                    <a:pt x="365" y="391"/>
                    <a:pt x="365" y="391"/>
                    <a:pt x="365" y="391"/>
                  </a:cubicBezTo>
                  <a:cubicBezTo>
                    <a:pt x="368" y="391"/>
                    <a:pt x="370" y="389"/>
                    <a:pt x="370" y="386"/>
                  </a:cubicBezTo>
                  <a:cubicBezTo>
                    <a:pt x="370" y="383"/>
                    <a:pt x="368" y="381"/>
                    <a:pt x="365" y="381"/>
                  </a:cubicBezTo>
                  <a:cubicBezTo>
                    <a:pt x="338" y="381"/>
                    <a:pt x="338" y="381"/>
                    <a:pt x="338" y="381"/>
                  </a:cubicBezTo>
                  <a:cubicBezTo>
                    <a:pt x="335" y="381"/>
                    <a:pt x="332" y="383"/>
                    <a:pt x="332" y="386"/>
                  </a:cubicBezTo>
                  <a:cubicBezTo>
                    <a:pt x="332" y="389"/>
                    <a:pt x="335" y="391"/>
                    <a:pt x="338" y="391"/>
                  </a:cubicBezTo>
                  <a:close/>
                  <a:moveTo>
                    <a:pt x="278" y="440"/>
                  </a:moveTo>
                  <a:cubicBezTo>
                    <a:pt x="278" y="467"/>
                    <a:pt x="278" y="467"/>
                    <a:pt x="278" y="467"/>
                  </a:cubicBezTo>
                  <a:cubicBezTo>
                    <a:pt x="278" y="470"/>
                    <a:pt x="280" y="473"/>
                    <a:pt x="283" y="473"/>
                  </a:cubicBezTo>
                  <a:cubicBezTo>
                    <a:pt x="286" y="473"/>
                    <a:pt x="289" y="470"/>
                    <a:pt x="289" y="467"/>
                  </a:cubicBezTo>
                  <a:cubicBezTo>
                    <a:pt x="289" y="440"/>
                    <a:pt x="289" y="440"/>
                    <a:pt x="289" y="440"/>
                  </a:cubicBezTo>
                  <a:cubicBezTo>
                    <a:pt x="289" y="437"/>
                    <a:pt x="286" y="435"/>
                    <a:pt x="283" y="435"/>
                  </a:cubicBezTo>
                  <a:cubicBezTo>
                    <a:pt x="280" y="435"/>
                    <a:pt x="278" y="437"/>
                    <a:pt x="278" y="440"/>
                  </a:cubicBezTo>
                  <a:close/>
                  <a:moveTo>
                    <a:pt x="289" y="332"/>
                  </a:moveTo>
                  <a:cubicBezTo>
                    <a:pt x="289" y="305"/>
                    <a:pt x="289" y="305"/>
                    <a:pt x="289" y="305"/>
                  </a:cubicBezTo>
                  <a:cubicBezTo>
                    <a:pt x="289" y="302"/>
                    <a:pt x="286" y="299"/>
                    <a:pt x="283" y="299"/>
                  </a:cubicBezTo>
                  <a:cubicBezTo>
                    <a:pt x="280" y="299"/>
                    <a:pt x="278" y="302"/>
                    <a:pt x="278" y="305"/>
                  </a:cubicBezTo>
                  <a:cubicBezTo>
                    <a:pt x="278" y="332"/>
                    <a:pt x="278" y="332"/>
                    <a:pt x="278" y="332"/>
                  </a:cubicBezTo>
                  <a:cubicBezTo>
                    <a:pt x="278" y="335"/>
                    <a:pt x="280" y="337"/>
                    <a:pt x="283" y="337"/>
                  </a:cubicBezTo>
                  <a:cubicBezTo>
                    <a:pt x="286" y="337"/>
                    <a:pt x="289" y="335"/>
                    <a:pt x="289" y="332"/>
                  </a:cubicBezTo>
                  <a:close/>
                  <a:moveTo>
                    <a:pt x="218" y="0"/>
                  </a:moveTo>
                  <a:cubicBezTo>
                    <a:pt x="224" y="0"/>
                    <a:pt x="228" y="2"/>
                    <a:pt x="232" y="4"/>
                  </a:cubicBezTo>
                  <a:cubicBezTo>
                    <a:pt x="235" y="7"/>
                    <a:pt x="237" y="11"/>
                    <a:pt x="237" y="14"/>
                  </a:cubicBezTo>
                  <a:cubicBezTo>
                    <a:pt x="237" y="72"/>
                    <a:pt x="237" y="72"/>
                    <a:pt x="237" y="72"/>
                  </a:cubicBezTo>
                  <a:cubicBezTo>
                    <a:pt x="237" y="75"/>
                    <a:pt x="235" y="79"/>
                    <a:pt x="232" y="82"/>
                  </a:cubicBezTo>
                  <a:cubicBezTo>
                    <a:pt x="228" y="84"/>
                    <a:pt x="224" y="86"/>
                    <a:pt x="218" y="86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1" y="86"/>
                    <a:pt x="116" y="84"/>
                    <a:pt x="113" y="82"/>
                  </a:cubicBezTo>
                  <a:cubicBezTo>
                    <a:pt x="110" y="79"/>
                    <a:pt x="108" y="75"/>
                    <a:pt x="108" y="72"/>
                  </a:cubicBezTo>
                  <a:cubicBezTo>
                    <a:pt x="108" y="14"/>
                    <a:pt x="108" y="14"/>
                    <a:pt x="108" y="14"/>
                  </a:cubicBezTo>
                  <a:cubicBezTo>
                    <a:pt x="108" y="11"/>
                    <a:pt x="110" y="7"/>
                    <a:pt x="113" y="4"/>
                  </a:cubicBezTo>
                  <a:cubicBezTo>
                    <a:pt x="116" y="2"/>
                    <a:pt x="121" y="0"/>
                    <a:pt x="126" y="0"/>
                  </a:cubicBezTo>
                  <a:cubicBezTo>
                    <a:pt x="218" y="0"/>
                    <a:pt x="218" y="0"/>
                    <a:pt x="218" y="0"/>
                  </a:cubicBezTo>
                  <a:close/>
                  <a:moveTo>
                    <a:pt x="138" y="19"/>
                  </a:moveTo>
                  <a:cubicBezTo>
                    <a:pt x="206" y="19"/>
                    <a:pt x="206" y="19"/>
                    <a:pt x="206" y="19"/>
                  </a:cubicBezTo>
                  <a:cubicBezTo>
                    <a:pt x="210" y="19"/>
                    <a:pt x="214" y="20"/>
                    <a:pt x="217" y="22"/>
                  </a:cubicBezTo>
                  <a:cubicBezTo>
                    <a:pt x="217" y="22"/>
                    <a:pt x="217" y="22"/>
                    <a:pt x="217" y="22"/>
                  </a:cubicBezTo>
                  <a:cubicBezTo>
                    <a:pt x="220" y="25"/>
                    <a:pt x="222" y="29"/>
                    <a:pt x="222" y="33"/>
                  </a:cubicBezTo>
                  <a:cubicBezTo>
                    <a:pt x="222" y="51"/>
                    <a:pt x="222" y="51"/>
                    <a:pt x="222" y="51"/>
                  </a:cubicBezTo>
                  <a:cubicBezTo>
                    <a:pt x="222" y="55"/>
                    <a:pt x="220" y="58"/>
                    <a:pt x="217" y="61"/>
                  </a:cubicBezTo>
                  <a:cubicBezTo>
                    <a:pt x="217" y="61"/>
                    <a:pt x="217" y="61"/>
                    <a:pt x="217" y="61"/>
                  </a:cubicBezTo>
                  <a:cubicBezTo>
                    <a:pt x="214" y="63"/>
                    <a:pt x="210" y="65"/>
                    <a:pt x="206" y="65"/>
                  </a:cubicBezTo>
                  <a:cubicBezTo>
                    <a:pt x="138" y="65"/>
                    <a:pt x="138" y="65"/>
                    <a:pt x="138" y="65"/>
                  </a:cubicBezTo>
                  <a:cubicBezTo>
                    <a:pt x="134" y="65"/>
                    <a:pt x="130" y="63"/>
                    <a:pt x="127" y="61"/>
                  </a:cubicBezTo>
                  <a:cubicBezTo>
                    <a:pt x="127" y="61"/>
                    <a:pt x="127" y="61"/>
                    <a:pt x="127" y="61"/>
                  </a:cubicBezTo>
                  <a:cubicBezTo>
                    <a:pt x="124" y="58"/>
                    <a:pt x="122" y="55"/>
                    <a:pt x="122" y="5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2" y="29"/>
                    <a:pt x="124" y="25"/>
                    <a:pt x="127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30" y="20"/>
                    <a:pt x="134" y="19"/>
                    <a:pt x="138" y="19"/>
                  </a:cubicBezTo>
                  <a:close/>
                  <a:moveTo>
                    <a:pt x="344" y="243"/>
                  </a:moveTo>
                  <a:cubicBezTo>
                    <a:pt x="344" y="41"/>
                    <a:pt x="344" y="41"/>
                    <a:pt x="344" y="41"/>
                  </a:cubicBezTo>
                  <a:cubicBezTo>
                    <a:pt x="344" y="28"/>
                    <a:pt x="334" y="18"/>
                    <a:pt x="321" y="18"/>
                  </a:cubicBezTo>
                  <a:cubicBezTo>
                    <a:pt x="244" y="18"/>
                    <a:pt x="244" y="18"/>
                    <a:pt x="244" y="18"/>
                  </a:cubicBezTo>
                  <a:cubicBezTo>
                    <a:pt x="244" y="59"/>
                    <a:pt x="244" y="59"/>
                    <a:pt x="244" y="59"/>
                  </a:cubicBezTo>
                  <a:cubicBezTo>
                    <a:pt x="302" y="59"/>
                    <a:pt x="302" y="59"/>
                    <a:pt x="302" y="59"/>
                  </a:cubicBezTo>
                  <a:cubicBezTo>
                    <a:pt x="302" y="92"/>
                    <a:pt x="302" y="92"/>
                    <a:pt x="302" y="92"/>
                  </a:cubicBezTo>
                  <a:cubicBezTo>
                    <a:pt x="302" y="232"/>
                    <a:pt x="302" y="232"/>
                    <a:pt x="302" y="232"/>
                  </a:cubicBezTo>
                  <a:cubicBezTo>
                    <a:pt x="317" y="234"/>
                    <a:pt x="331" y="238"/>
                    <a:pt x="344" y="243"/>
                  </a:cubicBezTo>
                  <a:close/>
                  <a:moveTo>
                    <a:pt x="87" y="324"/>
                  </a:moveTo>
                  <a:cubicBezTo>
                    <a:pt x="141" y="324"/>
                    <a:pt x="141" y="324"/>
                    <a:pt x="141" y="324"/>
                  </a:cubicBezTo>
                  <a:cubicBezTo>
                    <a:pt x="139" y="330"/>
                    <a:pt x="136" y="336"/>
                    <a:pt x="134" y="343"/>
                  </a:cubicBezTo>
                  <a:cubicBezTo>
                    <a:pt x="87" y="343"/>
                    <a:pt x="87" y="343"/>
                    <a:pt x="87" y="343"/>
                  </a:cubicBezTo>
                  <a:cubicBezTo>
                    <a:pt x="82" y="343"/>
                    <a:pt x="77" y="339"/>
                    <a:pt x="77" y="333"/>
                  </a:cubicBezTo>
                  <a:cubicBezTo>
                    <a:pt x="77" y="333"/>
                    <a:pt x="77" y="333"/>
                    <a:pt x="77" y="333"/>
                  </a:cubicBezTo>
                  <a:cubicBezTo>
                    <a:pt x="77" y="328"/>
                    <a:pt x="82" y="324"/>
                    <a:pt x="87" y="324"/>
                  </a:cubicBezTo>
                  <a:close/>
                  <a:moveTo>
                    <a:pt x="162" y="290"/>
                  </a:moveTo>
                  <a:cubicBezTo>
                    <a:pt x="87" y="290"/>
                    <a:pt x="87" y="290"/>
                    <a:pt x="87" y="290"/>
                  </a:cubicBezTo>
                  <a:cubicBezTo>
                    <a:pt x="87" y="290"/>
                    <a:pt x="87" y="290"/>
                    <a:pt x="87" y="290"/>
                  </a:cubicBezTo>
                  <a:cubicBezTo>
                    <a:pt x="86" y="290"/>
                    <a:pt x="86" y="290"/>
                    <a:pt x="86" y="290"/>
                  </a:cubicBezTo>
                  <a:cubicBezTo>
                    <a:pt x="86" y="290"/>
                    <a:pt x="86" y="290"/>
                    <a:pt x="86" y="290"/>
                  </a:cubicBezTo>
                  <a:cubicBezTo>
                    <a:pt x="86" y="290"/>
                    <a:pt x="86" y="290"/>
                    <a:pt x="86" y="290"/>
                  </a:cubicBezTo>
                  <a:cubicBezTo>
                    <a:pt x="86" y="290"/>
                    <a:pt x="86" y="290"/>
                    <a:pt x="86" y="290"/>
                  </a:cubicBezTo>
                  <a:cubicBezTo>
                    <a:pt x="86" y="290"/>
                    <a:pt x="86" y="290"/>
                    <a:pt x="86" y="290"/>
                  </a:cubicBezTo>
                  <a:cubicBezTo>
                    <a:pt x="86" y="290"/>
                    <a:pt x="86" y="290"/>
                    <a:pt x="86" y="290"/>
                  </a:cubicBezTo>
                  <a:cubicBezTo>
                    <a:pt x="86" y="290"/>
                    <a:pt x="86" y="290"/>
                    <a:pt x="86" y="290"/>
                  </a:cubicBezTo>
                  <a:cubicBezTo>
                    <a:pt x="86" y="290"/>
                    <a:pt x="86" y="290"/>
                    <a:pt x="86" y="290"/>
                  </a:cubicBezTo>
                  <a:cubicBezTo>
                    <a:pt x="85" y="290"/>
                    <a:pt x="85" y="290"/>
                    <a:pt x="85" y="290"/>
                  </a:cubicBezTo>
                  <a:cubicBezTo>
                    <a:pt x="85" y="290"/>
                    <a:pt x="85" y="290"/>
                    <a:pt x="85" y="290"/>
                  </a:cubicBezTo>
                  <a:cubicBezTo>
                    <a:pt x="85" y="290"/>
                    <a:pt x="85" y="290"/>
                    <a:pt x="85" y="290"/>
                  </a:cubicBezTo>
                  <a:cubicBezTo>
                    <a:pt x="85" y="290"/>
                    <a:pt x="85" y="290"/>
                    <a:pt x="85" y="290"/>
                  </a:cubicBezTo>
                  <a:cubicBezTo>
                    <a:pt x="85" y="290"/>
                    <a:pt x="85" y="290"/>
                    <a:pt x="85" y="290"/>
                  </a:cubicBezTo>
                  <a:cubicBezTo>
                    <a:pt x="85" y="290"/>
                    <a:pt x="85" y="290"/>
                    <a:pt x="85" y="290"/>
                  </a:cubicBezTo>
                  <a:cubicBezTo>
                    <a:pt x="85" y="290"/>
                    <a:pt x="85" y="290"/>
                    <a:pt x="85" y="290"/>
                  </a:cubicBezTo>
                  <a:cubicBezTo>
                    <a:pt x="85" y="290"/>
                    <a:pt x="85" y="290"/>
                    <a:pt x="85" y="290"/>
                  </a:cubicBezTo>
                  <a:cubicBezTo>
                    <a:pt x="85" y="290"/>
                    <a:pt x="85" y="290"/>
                    <a:pt x="85" y="290"/>
                  </a:cubicBezTo>
                  <a:cubicBezTo>
                    <a:pt x="85" y="290"/>
                    <a:pt x="85" y="290"/>
                    <a:pt x="85" y="290"/>
                  </a:cubicBezTo>
                  <a:cubicBezTo>
                    <a:pt x="84" y="289"/>
                    <a:pt x="84" y="289"/>
                    <a:pt x="84" y="289"/>
                  </a:cubicBezTo>
                  <a:cubicBezTo>
                    <a:pt x="84" y="289"/>
                    <a:pt x="84" y="289"/>
                    <a:pt x="84" y="289"/>
                  </a:cubicBezTo>
                  <a:cubicBezTo>
                    <a:pt x="84" y="289"/>
                    <a:pt x="84" y="289"/>
                    <a:pt x="84" y="289"/>
                  </a:cubicBezTo>
                  <a:cubicBezTo>
                    <a:pt x="84" y="289"/>
                    <a:pt x="84" y="289"/>
                    <a:pt x="84" y="289"/>
                  </a:cubicBezTo>
                  <a:cubicBezTo>
                    <a:pt x="84" y="289"/>
                    <a:pt x="84" y="289"/>
                    <a:pt x="84" y="289"/>
                  </a:cubicBezTo>
                  <a:cubicBezTo>
                    <a:pt x="84" y="289"/>
                    <a:pt x="84" y="289"/>
                    <a:pt x="84" y="289"/>
                  </a:cubicBezTo>
                  <a:cubicBezTo>
                    <a:pt x="84" y="289"/>
                    <a:pt x="84" y="289"/>
                    <a:pt x="84" y="289"/>
                  </a:cubicBezTo>
                  <a:cubicBezTo>
                    <a:pt x="84" y="289"/>
                    <a:pt x="84" y="289"/>
                    <a:pt x="84" y="289"/>
                  </a:cubicBezTo>
                  <a:cubicBezTo>
                    <a:pt x="83" y="289"/>
                    <a:pt x="83" y="289"/>
                    <a:pt x="83" y="289"/>
                  </a:cubicBezTo>
                  <a:cubicBezTo>
                    <a:pt x="83" y="289"/>
                    <a:pt x="83" y="289"/>
                    <a:pt x="83" y="289"/>
                  </a:cubicBezTo>
                  <a:cubicBezTo>
                    <a:pt x="83" y="289"/>
                    <a:pt x="83" y="289"/>
                    <a:pt x="83" y="289"/>
                  </a:cubicBezTo>
                  <a:cubicBezTo>
                    <a:pt x="83" y="289"/>
                    <a:pt x="83" y="289"/>
                    <a:pt x="83" y="289"/>
                  </a:cubicBezTo>
                  <a:cubicBezTo>
                    <a:pt x="83" y="289"/>
                    <a:pt x="83" y="289"/>
                    <a:pt x="83" y="289"/>
                  </a:cubicBezTo>
                  <a:cubicBezTo>
                    <a:pt x="83" y="289"/>
                    <a:pt x="83" y="289"/>
                    <a:pt x="83" y="289"/>
                  </a:cubicBezTo>
                  <a:cubicBezTo>
                    <a:pt x="83" y="289"/>
                    <a:pt x="83" y="289"/>
                    <a:pt x="83" y="289"/>
                  </a:cubicBezTo>
                  <a:cubicBezTo>
                    <a:pt x="83" y="289"/>
                    <a:pt x="83" y="289"/>
                    <a:pt x="83" y="289"/>
                  </a:cubicBezTo>
                  <a:cubicBezTo>
                    <a:pt x="83" y="289"/>
                    <a:pt x="83" y="289"/>
                    <a:pt x="83" y="289"/>
                  </a:cubicBezTo>
                  <a:cubicBezTo>
                    <a:pt x="83" y="289"/>
                    <a:pt x="83" y="289"/>
                    <a:pt x="83" y="289"/>
                  </a:cubicBezTo>
                  <a:cubicBezTo>
                    <a:pt x="82" y="289"/>
                    <a:pt x="82" y="289"/>
                    <a:pt x="82" y="289"/>
                  </a:cubicBezTo>
                  <a:cubicBezTo>
                    <a:pt x="82" y="289"/>
                    <a:pt x="82" y="289"/>
                    <a:pt x="82" y="289"/>
                  </a:cubicBezTo>
                  <a:cubicBezTo>
                    <a:pt x="82" y="289"/>
                    <a:pt x="82" y="289"/>
                    <a:pt x="82" y="289"/>
                  </a:cubicBezTo>
                  <a:cubicBezTo>
                    <a:pt x="82" y="289"/>
                    <a:pt x="82" y="289"/>
                    <a:pt x="82" y="289"/>
                  </a:cubicBezTo>
                  <a:cubicBezTo>
                    <a:pt x="82" y="289"/>
                    <a:pt x="82" y="289"/>
                    <a:pt x="82" y="289"/>
                  </a:cubicBezTo>
                  <a:cubicBezTo>
                    <a:pt x="82" y="289"/>
                    <a:pt x="82" y="289"/>
                    <a:pt x="82" y="289"/>
                  </a:cubicBezTo>
                  <a:cubicBezTo>
                    <a:pt x="82" y="288"/>
                    <a:pt x="82" y="288"/>
                    <a:pt x="82" y="288"/>
                  </a:cubicBezTo>
                  <a:cubicBezTo>
                    <a:pt x="82" y="288"/>
                    <a:pt x="82" y="288"/>
                    <a:pt x="82" y="288"/>
                  </a:cubicBezTo>
                  <a:cubicBezTo>
                    <a:pt x="82" y="288"/>
                    <a:pt x="82" y="288"/>
                    <a:pt x="82" y="288"/>
                  </a:cubicBezTo>
                  <a:cubicBezTo>
                    <a:pt x="82" y="288"/>
                    <a:pt x="82" y="288"/>
                    <a:pt x="82" y="288"/>
                  </a:cubicBezTo>
                  <a:cubicBezTo>
                    <a:pt x="81" y="288"/>
                    <a:pt x="81" y="288"/>
                    <a:pt x="81" y="288"/>
                  </a:cubicBezTo>
                  <a:cubicBezTo>
                    <a:pt x="81" y="288"/>
                    <a:pt x="81" y="288"/>
                    <a:pt x="81" y="288"/>
                  </a:cubicBezTo>
                  <a:cubicBezTo>
                    <a:pt x="81" y="288"/>
                    <a:pt x="81" y="288"/>
                    <a:pt x="81" y="288"/>
                  </a:cubicBezTo>
                  <a:cubicBezTo>
                    <a:pt x="81" y="288"/>
                    <a:pt x="81" y="288"/>
                    <a:pt x="81" y="288"/>
                  </a:cubicBezTo>
                  <a:cubicBezTo>
                    <a:pt x="81" y="288"/>
                    <a:pt x="81" y="288"/>
                    <a:pt x="81" y="288"/>
                  </a:cubicBezTo>
                  <a:cubicBezTo>
                    <a:pt x="81" y="288"/>
                    <a:pt x="81" y="288"/>
                    <a:pt x="81" y="288"/>
                  </a:cubicBezTo>
                  <a:cubicBezTo>
                    <a:pt x="81" y="288"/>
                    <a:pt x="81" y="288"/>
                    <a:pt x="81" y="288"/>
                  </a:cubicBezTo>
                  <a:cubicBezTo>
                    <a:pt x="81" y="288"/>
                    <a:pt x="81" y="288"/>
                    <a:pt x="81" y="288"/>
                  </a:cubicBezTo>
                  <a:cubicBezTo>
                    <a:pt x="81" y="288"/>
                    <a:pt x="81" y="288"/>
                    <a:pt x="81" y="288"/>
                  </a:cubicBezTo>
                  <a:cubicBezTo>
                    <a:pt x="81" y="288"/>
                    <a:pt x="81" y="288"/>
                    <a:pt x="81" y="288"/>
                  </a:cubicBezTo>
                  <a:cubicBezTo>
                    <a:pt x="81" y="287"/>
                    <a:pt x="81" y="287"/>
                    <a:pt x="81" y="287"/>
                  </a:cubicBezTo>
                  <a:cubicBezTo>
                    <a:pt x="81" y="287"/>
                    <a:pt x="81" y="287"/>
                    <a:pt x="81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6"/>
                    <a:pt x="80" y="286"/>
                    <a:pt x="80" y="286"/>
                  </a:cubicBezTo>
                  <a:cubicBezTo>
                    <a:pt x="80" y="286"/>
                    <a:pt x="80" y="286"/>
                    <a:pt x="80" y="286"/>
                  </a:cubicBezTo>
                  <a:cubicBezTo>
                    <a:pt x="79" y="286"/>
                    <a:pt x="79" y="286"/>
                    <a:pt x="79" y="286"/>
                  </a:cubicBezTo>
                  <a:cubicBezTo>
                    <a:pt x="79" y="286"/>
                    <a:pt x="79" y="286"/>
                    <a:pt x="79" y="286"/>
                  </a:cubicBezTo>
                  <a:cubicBezTo>
                    <a:pt x="79" y="286"/>
                    <a:pt x="79" y="286"/>
                    <a:pt x="79" y="286"/>
                  </a:cubicBezTo>
                  <a:cubicBezTo>
                    <a:pt x="79" y="286"/>
                    <a:pt x="79" y="286"/>
                    <a:pt x="79" y="286"/>
                  </a:cubicBezTo>
                  <a:cubicBezTo>
                    <a:pt x="79" y="286"/>
                    <a:pt x="79" y="286"/>
                    <a:pt x="79" y="286"/>
                  </a:cubicBezTo>
                  <a:cubicBezTo>
                    <a:pt x="79" y="286"/>
                    <a:pt x="79" y="286"/>
                    <a:pt x="79" y="286"/>
                  </a:cubicBezTo>
                  <a:cubicBezTo>
                    <a:pt x="79" y="286"/>
                    <a:pt x="79" y="286"/>
                    <a:pt x="79" y="286"/>
                  </a:cubicBezTo>
                  <a:cubicBezTo>
                    <a:pt x="79" y="286"/>
                    <a:pt x="79" y="286"/>
                    <a:pt x="79" y="286"/>
                  </a:cubicBezTo>
                  <a:cubicBezTo>
                    <a:pt x="79" y="285"/>
                    <a:pt x="79" y="285"/>
                    <a:pt x="79" y="285"/>
                  </a:cubicBezTo>
                  <a:cubicBezTo>
                    <a:pt x="79" y="285"/>
                    <a:pt x="79" y="285"/>
                    <a:pt x="79" y="285"/>
                  </a:cubicBezTo>
                  <a:cubicBezTo>
                    <a:pt x="79" y="285"/>
                    <a:pt x="79" y="285"/>
                    <a:pt x="79" y="285"/>
                  </a:cubicBezTo>
                  <a:cubicBezTo>
                    <a:pt x="79" y="285"/>
                    <a:pt x="79" y="285"/>
                    <a:pt x="79" y="285"/>
                  </a:cubicBezTo>
                  <a:cubicBezTo>
                    <a:pt x="79" y="285"/>
                    <a:pt x="79" y="285"/>
                    <a:pt x="79" y="285"/>
                  </a:cubicBezTo>
                  <a:cubicBezTo>
                    <a:pt x="79" y="285"/>
                    <a:pt x="79" y="285"/>
                    <a:pt x="79" y="285"/>
                  </a:cubicBezTo>
                  <a:cubicBezTo>
                    <a:pt x="78" y="285"/>
                    <a:pt x="78" y="285"/>
                    <a:pt x="78" y="285"/>
                  </a:cubicBezTo>
                  <a:cubicBezTo>
                    <a:pt x="78" y="285"/>
                    <a:pt x="78" y="285"/>
                    <a:pt x="78" y="285"/>
                  </a:cubicBezTo>
                  <a:cubicBezTo>
                    <a:pt x="78" y="285"/>
                    <a:pt x="78" y="285"/>
                    <a:pt x="78" y="285"/>
                  </a:cubicBezTo>
                  <a:cubicBezTo>
                    <a:pt x="78" y="285"/>
                    <a:pt x="78" y="285"/>
                    <a:pt x="78" y="285"/>
                  </a:cubicBezTo>
                  <a:cubicBezTo>
                    <a:pt x="78" y="284"/>
                    <a:pt x="78" y="284"/>
                    <a:pt x="78" y="284"/>
                  </a:cubicBezTo>
                  <a:cubicBezTo>
                    <a:pt x="78" y="284"/>
                    <a:pt x="78" y="284"/>
                    <a:pt x="78" y="284"/>
                  </a:cubicBezTo>
                  <a:cubicBezTo>
                    <a:pt x="78" y="284"/>
                    <a:pt x="78" y="284"/>
                    <a:pt x="78" y="284"/>
                  </a:cubicBezTo>
                  <a:cubicBezTo>
                    <a:pt x="78" y="284"/>
                    <a:pt x="78" y="284"/>
                    <a:pt x="78" y="284"/>
                  </a:cubicBezTo>
                  <a:cubicBezTo>
                    <a:pt x="78" y="284"/>
                    <a:pt x="78" y="284"/>
                    <a:pt x="78" y="284"/>
                  </a:cubicBezTo>
                  <a:cubicBezTo>
                    <a:pt x="78" y="284"/>
                    <a:pt x="78" y="284"/>
                    <a:pt x="78" y="284"/>
                  </a:cubicBezTo>
                  <a:cubicBezTo>
                    <a:pt x="78" y="284"/>
                    <a:pt x="78" y="284"/>
                    <a:pt x="78" y="284"/>
                  </a:cubicBezTo>
                  <a:cubicBezTo>
                    <a:pt x="78" y="284"/>
                    <a:pt x="78" y="284"/>
                    <a:pt x="78" y="284"/>
                  </a:cubicBezTo>
                  <a:cubicBezTo>
                    <a:pt x="78" y="284"/>
                    <a:pt x="78" y="284"/>
                    <a:pt x="78" y="284"/>
                  </a:cubicBezTo>
                  <a:cubicBezTo>
                    <a:pt x="78" y="284"/>
                    <a:pt x="78" y="284"/>
                    <a:pt x="78" y="284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78" y="282"/>
                    <a:pt x="78" y="282"/>
                    <a:pt x="78" y="282"/>
                  </a:cubicBezTo>
                  <a:cubicBezTo>
                    <a:pt x="78" y="282"/>
                    <a:pt x="78" y="282"/>
                    <a:pt x="78" y="282"/>
                  </a:cubicBezTo>
                  <a:cubicBezTo>
                    <a:pt x="78" y="282"/>
                    <a:pt x="78" y="282"/>
                    <a:pt x="78" y="282"/>
                  </a:cubicBezTo>
                  <a:cubicBezTo>
                    <a:pt x="78" y="282"/>
                    <a:pt x="78" y="282"/>
                    <a:pt x="78" y="282"/>
                  </a:cubicBezTo>
                  <a:cubicBezTo>
                    <a:pt x="77" y="282"/>
                    <a:pt x="77" y="282"/>
                    <a:pt x="77" y="282"/>
                  </a:cubicBezTo>
                  <a:cubicBezTo>
                    <a:pt x="77" y="282"/>
                    <a:pt x="77" y="282"/>
                    <a:pt x="77" y="282"/>
                  </a:cubicBezTo>
                  <a:cubicBezTo>
                    <a:pt x="77" y="282"/>
                    <a:pt x="77" y="282"/>
                    <a:pt x="77" y="282"/>
                  </a:cubicBezTo>
                  <a:cubicBezTo>
                    <a:pt x="77" y="282"/>
                    <a:pt x="77" y="282"/>
                    <a:pt x="77" y="282"/>
                  </a:cubicBezTo>
                  <a:cubicBezTo>
                    <a:pt x="77" y="281"/>
                    <a:pt x="77" y="281"/>
                    <a:pt x="77" y="281"/>
                  </a:cubicBezTo>
                  <a:cubicBezTo>
                    <a:pt x="77" y="281"/>
                    <a:pt x="77" y="281"/>
                    <a:pt x="77" y="281"/>
                  </a:cubicBezTo>
                  <a:cubicBezTo>
                    <a:pt x="77" y="281"/>
                    <a:pt x="77" y="281"/>
                    <a:pt x="77" y="281"/>
                  </a:cubicBezTo>
                  <a:cubicBezTo>
                    <a:pt x="77" y="281"/>
                    <a:pt x="77" y="281"/>
                    <a:pt x="77" y="281"/>
                  </a:cubicBezTo>
                  <a:cubicBezTo>
                    <a:pt x="77" y="281"/>
                    <a:pt x="77" y="281"/>
                    <a:pt x="77" y="281"/>
                  </a:cubicBezTo>
                  <a:cubicBezTo>
                    <a:pt x="77" y="281"/>
                    <a:pt x="77" y="281"/>
                    <a:pt x="77" y="281"/>
                  </a:cubicBezTo>
                  <a:cubicBezTo>
                    <a:pt x="77" y="281"/>
                    <a:pt x="77" y="281"/>
                    <a:pt x="77" y="281"/>
                  </a:cubicBezTo>
                  <a:cubicBezTo>
                    <a:pt x="77" y="281"/>
                    <a:pt x="77" y="281"/>
                    <a:pt x="77" y="281"/>
                  </a:cubicBezTo>
                  <a:cubicBezTo>
                    <a:pt x="77" y="280"/>
                    <a:pt x="77" y="280"/>
                    <a:pt x="77" y="280"/>
                  </a:cubicBezTo>
                  <a:cubicBezTo>
                    <a:pt x="77" y="280"/>
                    <a:pt x="77" y="280"/>
                    <a:pt x="77" y="280"/>
                  </a:cubicBezTo>
                  <a:cubicBezTo>
                    <a:pt x="77" y="280"/>
                    <a:pt x="77" y="280"/>
                    <a:pt x="77" y="280"/>
                  </a:cubicBezTo>
                  <a:cubicBezTo>
                    <a:pt x="77" y="280"/>
                    <a:pt x="77" y="280"/>
                    <a:pt x="77" y="280"/>
                  </a:cubicBezTo>
                  <a:cubicBezTo>
                    <a:pt x="77" y="280"/>
                    <a:pt x="77" y="280"/>
                    <a:pt x="77" y="280"/>
                  </a:cubicBezTo>
                  <a:cubicBezTo>
                    <a:pt x="77" y="280"/>
                    <a:pt x="77" y="280"/>
                    <a:pt x="77" y="280"/>
                  </a:cubicBezTo>
                  <a:cubicBezTo>
                    <a:pt x="77" y="280"/>
                    <a:pt x="77" y="280"/>
                    <a:pt x="77" y="280"/>
                  </a:cubicBezTo>
                  <a:cubicBezTo>
                    <a:pt x="77" y="280"/>
                    <a:pt x="77" y="280"/>
                    <a:pt x="77" y="280"/>
                  </a:cubicBezTo>
                  <a:cubicBezTo>
                    <a:pt x="77" y="280"/>
                    <a:pt x="77" y="280"/>
                    <a:pt x="77" y="280"/>
                  </a:cubicBezTo>
                  <a:cubicBezTo>
                    <a:pt x="77" y="280"/>
                    <a:pt x="77" y="280"/>
                    <a:pt x="77" y="280"/>
                  </a:cubicBezTo>
                  <a:cubicBezTo>
                    <a:pt x="77" y="279"/>
                    <a:pt x="77" y="279"/>
                    <a:pt x="77" y="279"/>
                  </a:cubicBezTo>
                  <a:cubicBezTo>
                    <a:pt x="77" y="279"/>
                    <a:pt x="77" y="279"/>
                    <a:pt x="77" y="279"/>
                  </a:cubicBezTo>
                  <a:cubicBezTo>
                    <a:pt x="77" y="279"/>
                    <a:pt x="77" y="279"/>
                    <a:pt x="77" y="279"/>
                  </a:cubicBezTo>
                  <a:cubicBezTo>
                    <a:pt x="77" y="279"/>
                    <a:pt x="77" y="279"/>
                    <a:pt x="77" y="279"/>
                  </a:cubicBezTo>
                  <a:cubicBezTo>
                    <a:pt x="78" y="279"/>
                    <a:pt x="78" y="279"/>
                    <a:pt x="78" y="279"/>
                  </a:cubicBezTo>
                  <a:cubicBezTo>
                    <a:pt x="78" y="279"/>
                    <a:pt x="78" y="279"/>
                    <a:pt x="78" y="279"/>
                  </a:cubicBezTo>
                  <a:cubicBezTo>
                    <a:pt x="78" y="279"/>
                    <a:pt x="78" y="279"/>
                    <a:pt x="78" y="279"/>
                  </a:cubicBezTo>
                  <a:cubicBezTo>
                    <a:pt x="78" y="279"/>
                    <a:pt x="78" y="279"/>
                    <a:pt x="78" y="279"/>
                  </a:cubicBezTo>
                  <a:cubicBezTo>
                    <a:pt x="78" y="278"/>
                    <a:pt x="78" y="278"/>
                    <a:pt x="78" y="278"/>
                  </a:cubicBezTo>
                  <a:cubicBezTo>
                    <a:pt x="78" y="278"/>
                    <a:pt x="78" y="278"/>
                    <a:pt x="78" y="278"/>
                  </a:cubicBezTo>
                  <a:cubicBezTo>
                    <a:pt x="78" y="278"/>
                    <a:pt x="78" y="278"/>
                    <a:pt x="78" y="278"/>
                  </a:cubicBezTo>
                  <a:cubicBezTo>
                    <a:pt x="78" y="278"/>
                    <a:pt x="78" y="278"/>
                    <a:pt x="78" y="278"/>
                  </a:cubicBezTo>
                  <a:cubicBezTo>
                    <a:pt x="78" y="278"/>
                    <a:pt x="78" y="278"/>
                    <a:pt x="78" y="278"/>
                  </a:cubicBezTo>
                  <a:cubicBezTo>
                    <a:pt x="78" y="278"/>
                    <a:pt x="78" y="278"/>
                    <a:pt x="78" y="278"/>
                  </a:cubicBezTo>
                  <a:cubicBezTo>
                    <a:pt x="78" y="278"/>
                    <a:pt x="78" y="278"/>
                    <a:pt x="78" y="278"/>
                  </a:cubicBezTo>
                  <a:cubicBezTo>
                    <a:pt x="78" y="278"/>
                    <a:pt x="78" y="278"/>
                    <a:pt x="78" y="278"/>
                  </a:cubicBezTo>
                  <a:cubicBezTo>
                    <a:pt x="78" y="278"/>
                    <a:pt x="78" y="278"/>
                    <a:pt x="78" y="278"/>
                  </a:cubicBezTo>
                  <a:cubicBezTo>
                    <a:pt x="78" y="278"/>
                    <a:pt x="78" y="278"/>
                    <a:pt x="78" y="278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78" y="276"/>
                    <a:pt x="78" y="276"/>
                    <a:pt x="78" y="276"/>
                  </a:cubicBezTo>
                  <a:cubicBezTo>
                    <a:pt x="78" y="276"/>
                    <a:pt x="78" y="276"/>
                    <a:pt x="78" y="276"/>
                  </a:cubicBezTo>
                  <a:cubicBezTo>
                    <a:pt x="78" y="276"/>
                    <a:pt x="78" y="276"/>
                    <a:pt x="78" y="276"/>
                  </a:cubicBezTo>
                  <a:cubicBezTo>
                    <a:pt x="78" y="276"/>
                    <a:pt x="78" y="276"/>
                    <a:pt x="78" y="276"/>
                  </a:cubicBezTo>
                  <a:cubicBezTo>
                    <a:pt x="78" y="276"/>
                    <a:pt x="78" y="276"/>
                    <a:pt x="78" y="276"/>
                  </a:cubicBezTo>
                  <a:cubicBezTo>
                    <a:pt x="79" y="276"/>
                    <a:pt x="79" y="276"/>
                    <a:pt x="79" y="276"/>
                  </a:cubicBezTo>
                  <a:cubicBezTo>
                    <a:pt x="79" y="276"/>
                    <a:pt x="79" y="276"/>
                    <a:pt x="79" y="276"/>
                  </a:cubicBezTo>
                  <a:cubicBezTo>
                    <a:pt x="79" y="276"/>
                    <a:pt x="79" y="276"/>
                    <a:pt x="79" y="276"/>
                  </a:cubicBezTo>
                  <a:cubicBezTo>
                    <a:pt x="79" y="276"/>
                    <a:pt x="79" y="276"/>
                    <a:pt x="79" y="276"/>
                  </a:cubicBezTo>
                  <a:cubicBezTo>
                    <a:pt x="79" y="275"/>
                    <a:pt x="79" y="275"/>
                    <a:pt x="79" y="275"/>
                  </a:cubicBezTo>
                  <a:cubicBezTo>
                    <a:pt x="79" y="275"/>
                    <a:pt x="79" y="275"/>
                    <a:pt x="79" y="275"/>
                  </a:cubicBezTo>
                  <a:cubicBezTo>
                    <a:pt x="79" y="275"/>
                    <a:pt x="79" y="275"/>
                    <a:pt x="79" y="275"/>
                  </a:cubicBezTo>
                  <a:cubicBezTo>
                    <a:pt x="79" y="275"/>
                    <a:pt x="79" y="275"/>
                    <a:pt x="79" y="275"/>
                  </a:cubicBezTo>
                  <a:cubicBezTo>
                    <a:pt x="79" y="275"/>
                    <a:pt x="79" y="275"/>
                    <a:pt x="79" y="275"/>
                  </a:cubicBezTo>
                  <a:cubicBezTo>
                    <a:pt x="79" y="275"/>
                    <a:pt x="79" y="275"/>
                    <a:pt x="79" y="275"/>
                  </a:cubicBezTo>
                  <a:cubicBezTo>
                    <a:pt x="79" y="275"/>
                    <a:pt x="79" y="275"/>
                    <a:pt x="79" y="275"/>
                  </a:cubicBezTo>
                  <a:cubicBezTo>
                    <a:pt x="79" y="275"/>
                    <a:pt x="79" y="275"/>
                    <a:pt x="79" y="275"/>
                  </a:cubicBezTo>
                  <a:cubicBezTo>
                    <a:pt x="80" y="275"/>
                    <a:pt x="80" y="275"/>
                    <a:pt x="80" y="275"/>
                  </a:cubicBezTo>
                  <a:cubicBezTo>
                    <a:pt x="80" y="274"/>
                    <a:pt x="80" y="274"/>
                    <a:pt x="80" y="274"/>
                  </a:cubicBezTo>
                  <a:cubicBezTo>
                    <a:pt x="80" y="274"/>
                    <a:pt x="80" y="274"/>
                    <a:pt x="80" y="274"/>
                  </a:cubicBezTo>
                  <a:cubicBezTo>
                    <a:pt x="80" y="274"/>
                    <a:pt x="80" y="274"/>
                    <a:pt x="80" y="274"/>
                  </a:cubicBezTo>
                  <a:cubicBezTo>
                    <a:pt x="80" y="274"/>
                    <a:pt x="80" y="274"/>
                    <a:pt x="80" y="274"/>
                  </a:cubicBezTo>
                  <a:cubicBezTo>
                    <a:pt x="80" y="274"/>
                    <a:pt x="80" y="274"/>
                    <a:pt x="80" y="274"/>
                  </a:cubicBezTo>
                  <a:cubicBezTo>
                    <a:pt x="80" y="274"/>
                    <a:pt x="80" y="274"/>
                    <a:pt x="80" y="274"/>
                  </a:cubicBezTo>
                  <a:cubicBezTo>
                    <a:pt x="80" y="274"/>
                    <a:pt x="80" y="274"/>
                    <a:pt x="80" y="274"/>
                  </a:cubicBezTo>
                  <a:cubicBezTo>
                    <a:pt x="80" y="274"/>
                    <a:pt x="80" y="274"/>
                    <a:pt x="80" y="274"/>
                  </a:cubicBezTo>
                  <a:cubicBezTo>
                    <a:pt x="80" y="274"/>
                    <a:pt x="80" y="274"/>
                    <a:pt x="80" y="274"/>
                  </a:cubicBezTo>
                  <a:cubicBezTo>
                    <a:pt x="80" y="274"/>
                    <a:pt x="80" y="274"/>
                    <a:pt x="80" y="274"/>
                  </a:cubicBezTo>
                  <a:cubicBezTo>
                    <a:pt x="81" y="273"/>
                    <a:pt x="81" y="273"/>
                    <a:pt x="81" y="273"/>
                  </a:cubicBezTo>
                  <a:cubicBezTo>
                    <a:pt x="81" y="273"/>
                    <a:pt x="81" y="273"/>
                    <a:pt x="81" y="273"/>
                  </a:cubicBezTo>
                  <a:cubicBezTo>
                    <a:pt x="81" y="273"/>
                    <a:pt x="81" y="273"/>
                    <a:pt x="81" y="273"/>
                  </a:cubicBezTo>
                  <a:cubicBezTo>
                    <a:pt x="81" y="273"/>
                    <a:pt x="81" y="273"/>
                    <a:pt x="81" y="273"/>
                  </a:cubicBezTo>
                  <a:cubicBezTo>
                    <a:pt x="81" y="273"/>
                    <a:pt x="81" y="273"/>
                    <a:pt x="81" y="273"/>
                  </a:cubicBezTo>
                  <a:cubicBezTo>
                    <a:pt x="81" y="273"/>
                    <a:pt x="81" y="273"/>
                    <a:pt x="81" y="273"/>
                  </a:cubicBezTo>
                  <a:cubicBezTo>
                    <a:pt x="81" y="273"/>
                    <a:pt x="81" y="273"/>
                    <a:pt x="81" y="273"/>
                  </a:cubicBezTo>
                  <a:cubicBezTo>
                    <a:pt x="81" y="273"/>
                    <a:pt x="81" y="273"/>
                    <a:pt x="81" y="273"/>
                  </a:cubicBezTo>
                  <a:cubicBezTo>
                    <a:pt x="82" y="273"/>
                    <a:pt x="82" y="273"/>
                    <a:pt x="82" y="273"/>
                  </a:cubicBezTo>
                  <a:cubicBezTo>
                    <a:pt x="82" y="273"/>
                    <a:pt x="82" y="273"/>
                    <a:pt x="82" y="273"/>
                  </a:cubicBezTo>
                  <a:cubicBezTo>
                    <a:pt x="82" y="273"/>
                    <a:pt x="82" y="273"/>
                    <a:pt x="82" y="273"/>
                  </a:cubicBezTo>
                  <a:cubicBezTo>
                    <a:pt x="82" y="272"/>
                    <a:pt x="82" y="272"/>
                    <a:pt x="82" y="272"/>
                  </a:cubicBezTo>
                  <a:cubicBezTo>
                    <a:pt x="82" y="272"/>
                    <a:pt x="82" y="272"/>
                    <a:pt x="82" y="272"/>
                  </a:cubicBezTo>
                  <a:cubicBezTo>
                    <a:pt x="82" y="272"/>
                    <a:pt x="82" y="272"/>
                    <a:pt x="82" y="272"/>
                  </a:cubicBezTo>
                  <a:cubicBezTo>
                    <a:pt x="82" y="272"/>
                    <a:pt x="82" y="272"/>
                    <a:pt x="82" y="272"/>
                  </a:cubicBezTo>
                  <a:cubicBezTo>
                    <a:pt x="83" y="272"/>
                    <a:pt x="83" y="272"/>
                    <a:pt x="83" y="272"/>
                  </a:cubicBezTo>
                  <a:cubicBezTo>
                    <a:pt x="83" y="272"/>
                    <a:pt x="83" y="272"/>
                    <a:pt x="83" y="272"/>
                  </a:cubicBezTo>
                  <a:cubicBezTo>
                    <a:pt x="83" y="272"/>
                    <a:pt x="83" y="272"/>
                    <a:pt x="83" y="272"/>
                  </a:cubicBezTo>
                  <a:cubicBezTo>
                    <a:pt x="83" y="272"/>
                    <a:pt x="83" y="272"/>
                    <a:pt x="83" y="272"/>
                  </a:cubicBezTo>
                  <a:cubicBezTo>
                    <a:pt x="83" y="272"/>
                    <a:pt x="83" y="272"/>
                    <a:pt x="83" y="272"/>
                  </a:cubicBezTo>
                  <a:cubicBezTo>
                    <a:pt x="83" y="272"/>
                    <a:pt x="83" y="272"/>
                    <a:pt x="83" y="272"/>
                  </a:cubicBezTo>
                  <a:cubicBezTo>
                    <a:pt x="83" y="272"/>
                    <a:pt x="83" y="272"/>
                    <a:pt x="83" y="272"/>
                  </a:cubicBezTo>
                  <a:cubicBezTo>
                    <a:pt x="84" y="272"/>
                    <a:pt x="84" y="272"/>
                    <a:pt x="84" y="272"/>
                  </a:cubicBezTo>
                  <a:cubicBezTo>
                    <a:pt x="84" y="272"/>
                    <a:pt x="84" y="272"/>
                    <a:pt x="84" y="272"/>
                  </a:cubicBezTo>
                  <a:cubicBezTo>
                    <a:pt x="84" y="272"/>
                    <a:pt x="84" y="272"/>
                    <a:pt x="84" y="272"/>
                  </a:cubicBezTo>
                  <a:cubicBezTo>
                    <a:pt x="84" y="272"/>
                    <a:pt x="84" y="272"/>
                    <a:pt x="84" y="272"/>
                  </a:cubicBezTo>
                  <a:cubicBezTo>
                    <a:pt x="84" y="272"/>
                    <a:pt x="84" y="272"/>
                    <a:pt x="84" y="272"/>
                  </a:cubicBezTo>
                  <a:cubicBezTo>
                    <a:pt x="85" y="271"/>
                    <a:pt x="85" y="271"/>
                    <a:pt x="85" y="271"/>
                  </a:cubicBezTo>
                  <a:cubicBezTo>
                    <a:pt x="85" y="271"/>
                    <a:pt x="85" y="271"/>
                    <a:pt x="85" y="271"/>
                  </a:cubicBezTo>
                  <a:cubicBezTo>
                    <a:pt x="85" y="271"/>
                    <a:pt x="85" y="271"/>
                    <a:pt x="85" y="271"/>
                  </a:cubicBezTo>
                  <a:cubicBezTo>
                    <a:pt x="85" y="271"/>
                    <a:pt x="85" y="271"/>
                    <a:pt x="85" y="271"/>
                  </a:cubicBezTo>
                  <a:cubicBezTo>
                    <a:pt x="85" y="271"/>
                    <a:pt x="85" y="271"/>
                    <a:pt x="85" y="271"/>
                  </a:cubicBezTo>
                  <a:cubicBezTo>
                    <a:pt x="86" y="271"/>
                    <a:pt x="86" y="271"/>
                    <a:pt x="86" y="271"/>
                  </a:cubicBezTo>
                  <a:cubicBezTo>
                    <a:pt x="86" y="271"/>
                    <a:pt x="86" y="271"/>
                    <a:pt x="86" y="271"/>
                  </a:cubicBezTo>
                  <a:cubicBezTo>
                    <a:pt x="86" y="271"/>
                    <a:pt x="86" y="271"/>
                    <a:pt x="86" y="271"/>
                  </a:cubicBezTo>
                  <a:cubicBezTo>
                    <a:pt x="86" y="271"/>
                    <a:pt x="86" y="271"/>
                    <a:pt x="86" y="271"/>
                  </a:cubicBezTo>
                  <a:cubicBezTo>
                    <a:pt x="87" y="271"/>
                    <a:pt x="87" y="271"/>
                    <a:pt x="87" y="271"/>
                  </a:cubicBezTo>
                  <a:cubicBezTo>
                    <a:pt x="179" y="271"/>
                    <a:pt x="179" y="271"/>
                    <a:pt x="179" y="271"/>
                  </a:cubicBezTo>
                  <a:cubicBezTo>
                    <a:pt x="173" y="277"/>
                    <a:pt x="167" y="283"/>
                    <a:pt x="162" y="290"/>
                  </a:cubicBezTo>
                  <a:close/>
                  <a:moveTo>
                    <a:pt x="77" y="280"/>
                  </a:moveTo>
                  <a:cubicBezTo>
                    <a:pt x="77" y="280"/>
                    <a:pt x="77" y="280"/>
                    <a:pt x="77" y="280"/>
                  </a:cubicBezTo>
                  <a:close/>
                  <a:moveTo>
                    <a:pt x="87" y="218"/>
                  </a:moveTo>
                  <a:cubicBezTo>
                    <a:pt x="258" y="218"/>
                    <a:pt x="258" y="218"/>
                    <a:pt x="258" y="218"/>
                  </a:cubicBezTo>
                  <a:cubicBezTo>
                    <a:pt x="263" y="218"/>
                    <a:pt x="267" y="222"/>
                    <a:pt x="267" y="228"/>
                  </a:cubicBezTo>
                  <a:cubicBezTo>
                    <a:pt x="267" y="228"/>
                    <a:pt x="267" y="228"/>
                    <a:pt x="267" y="228"/>
                  </a:cubicBezTo>
                  <a:cubicBezTo>
                    <a:pt x="267" y="229"/>
                    <a:pt x="267" y="231"/>
                    <a:pt x="266" y="232"/>
                  </a:cubicBezTo>
                  <a:cubicBezTo>
                    <a:pt x="257" y="233"/>
                    <a:pt x="249" y="235"/>
                    <a:pt x="241" y="237"/>
                  </a:cubicBezTo>
                  <a:cubicBezTo>
                    <a:pt x="87" y="237"/>
                    <a:pt x="87" y="237"/>
                    <a:pt x="87" y="237"/>
                  </a:cubicBezTo>
                  <a:cubicBezTo>
                    <a:pt x="82" y="237"/>
                    <a:pt x="77" y="233"/>
                    <a:pt x="77" y="228"/>
                  </a:cubicBezTo>
                  <a:cubicBezTo>
                    <a:pt x="77" y="228"/>
                    <a:pt x="77" y="228"/>
                    <a:pt x="77" y="228"/>
                  </a:cubicBezTo>
                  <a:cubicBezTo>
                    <a:pt x="77" y="222"/>
                    <a:pt x="82" y="218"/>
                    <a:pt x="87" y="218"/>
                  </a:cubicBezTo>
                  <a:close/>
                  <a:moveTo>
                    <a:pt x="87" y="165"/>
                  </a:moveTo>
                  <a:cubicBezTo>
                    <a:pt x="258" y="165"/>
                    <a:pt x="258" y="165"/>
                    <a:pt x="258" y="165"/>
                  </a:cubicBezTo>
                  <a:cubicBezTo>
                    <a:pt x="263" y="165"/>
                    <a:pt x="267" y="170"/>
                    <a:pt x="267" y="175"/>
                  </a:cubicBezTo>
                  <a:cubicBezTo>
                    <a:pt x="267" y="175"/>
                    <a:pt x="267" y="175"/>
                    <a:pt x="267" y="175"/>
                  </a:cubicBezTo>
                  <a:cubicBezTo>
                    <a:pt x="267" y="180"/>
                    <a:pt x="263" y="184"/>
                    <a:pt x="258" y="184"/>
                  </a:cubicBezTo>
                  <a:cubicBezTo>
                    <a:pt x="87" y="184"/>
                    <a:pt x="87" y="184"/>
                    <a:pt x="87" y="184"/>
                  </a:cubicBezTo>
                  <a:cubicBezTo>
                    <a:pt x="82" y="184"/>
                    <a:pt x="77" y="180"/>
                    <a:pt x="77" y="175"/>
                  </a:cubicBezTo>
                  <a:cubicBezTo>
                    <a:pt x="77" y="175"/>
                    <a:pt x="77" y="175"/>
                    <a:pt x="77" y="175"/>
                  </a:cubicBezTo>
                  <a:cubicBezTo>
                    <a:pt x="77" y="170"/>
                    <a:pt x="82" y="165"/>
                    <a:pt x="87" y="165"/>
                  </a:cubicBezTo>
                  <a:close/>
                  <a:moveTo>
                    <a:pt x="87" y="115"/>
                  </a:moveTo>
                  <a:cubicBezTo>
                    <a:pt x="258" y="115"/>
                    <a:pt x="258" y="115"/>
                    <a:pt x="258" y="115"/>
                  </a:cubicBezTo>
                  <a:cubicBezTo>
                    <a:pt x="263" y="115"/>
                    <a:pt x="267" y="120"/>
                    <a:pt x="267" y="125"/>
                  </a:cubicBezTo>
                  <a:cubicBezTo>
                    <a:pt x="267" y="125"/>
                    <a:pt x="267" y="125"/>
                    <a:pt x="267" y="125"/>
                  </a:cubicBezTo>
                  <a:cubicBezTo>
                    <a:pt x="267" y="130"/>
                    <a:pt x="263" y="134"/>
                    <a:pt x="258" y="134"/>
                  </a:cubicBezTo>
                  <a:cubicBezTo>
                    <a:pt x="87" y="134"/>
                    <a:pt x="87" y="134"/>
                    <a:pt x="87" y="134"/>
                  </a:cubicBezTo>
                  <a:cubicBezTo>
                    <a:pt x="82" y="134"/>
                    <a:pt x="77" y="130"/>
                    <a:pt x="77" y="125"/>
                  </a:cubicBezTo>
                  <a:cubicBezTo>
                    <a:pt x="77" y="125"/>
                    <a:pt x="77" y="125"/>
                    <a:pt x="77" y="125"/>
                  </a:cubicBezTo>
                  <a:cubicBezTo>
                    <a:pt x="77" y="120"/>
                    <a:pt x="82" y="115"/>
                    <a:pt x="87" y="115"/>
                  </a:cubicBezTo>
                  <a:close/>
                  <a:moveTo>
                    <a:pt x="130" y="59"/>
                  </a:moveTo>
                  <a:cubicBezTo>
                    <a:pt x="130" y="33"/>
                    <a:pt x="130" y="33"/>
                    <a:pt x="130" y="33"/>
                  </a:cubicBezTo>
                  <a:cubicBezTo>
                    <a:pt x="130" y="31"/>
                    <a:pt x="131" y="29"/>
                    <a:pt x="132" y="28"/>
                  </a:cubicBezTo>
                  <a:cubicBezTo>
                    <a:pt x="132" y="28"/>
                    <a:pt x="132" y="28"/>
                    <a:pt x="132" y="28"/>
                  </a:cubicBezTo>
                  <a:cubicBezTo>
                    <a:pt x="134" y="27"/>
                    <a:pt x="136" y="26"/>
                    <a:pt x="138" y="26"/>
                  </a:cubicBezTo>
                  <a:cubicBezTo>
                    <a:pt x="206" y="26"/>
                    <a:pt x="206" y="26"/>
                    <a:pt x="206" y="26"/>
                  </a:cubicBezTo>
                  <a:cubicBezTo>
                    <a:pt x="208" y="26"/>
                    <a:pt x="211" y="27"/>
                    <a:pt x="212" y="28"/>
                  </a:cubicBezTo>
                  <a:cubicBezTo>
                    <a:pt x="212" y="28"/>
                    <a:pt x="212" y="28"/>
                    <a:pt x="212" y="28"/>
                  </a:cubicBezTo>
                  <a:cubicBezTo>
                    <a:pt x="214" y="29"/>
                    <a:pt x="215" y="31"/>
                    <a:pt x="215" y="33"/>
                  </a:cubicBezTo>
                  <a:cubicBezTo>
                    <a:pt x="215" y="59"/>
                    <a:pt x="215" y="59"/>
                    <a:pt x="215" y="59"/>
                  </a:cubicBezTo>
                  <a:lnTo>
                    <a:pt x="130" y="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" name="Rectangle 58"/>
            <p:cNvSpPr>
              <a:spLocks noChangeArrowheads="1"/>
            </p:cNvSpPr>
            <p:nvPr/>
          </p:nvSpPr>
          <p:spPr bwMode="auto">
            <a:xfrm rot="2700000">
              <a:off x="2655457" y="2650490"/>
              <a:ext cx="631043" cy="631043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" name="Rectangle 58"/>
            <p:cNvSpPr>
              <a:spLocks noChangeArrowheads="1"/>
            </p:cNvSpPr>
            <p:nvPr/>
          </p:nvSpPr>
          <p:spPr bwMode="auto">
            <a:xfrm rot="2700000">
              <a:off x="8987566" y="2650490"/>
              <a:ext cx="631043" cy="631043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8" name="TextBox 76"/>
          <p:cNvSpPr txBox="1"/>
          <p:nvPr/>
        </p:nvSpPr>
        <p:spPr>
          <a:xfrm>
            <a:off x="910630" y="3860876"/>
            <a:ext cx="4541020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直接给定一个条件，控制单个元素的显示或隐藏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TextBox 35"/>
          <p:cNvSpPr txBox="1">
            <a:spLocks noChangeArrowheads="1"/>
          </p:cNvSpPr>
          <p:nvPr/>
        </p:nvSpPr>
        <p:spPr bwMode="auto">
          <a:xfrm>
            <a:off x="622800" y="1023100"/>
            <a:ext cx="6313087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有两种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使用方式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10630" y="4561768"/>
            <a:ext cx="4392488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v-if="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条件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"&gt;&lt;/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fr-FR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endParaRPr lang="zh-CN" altLang="en-US" sz="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76"/>
          <p:cNvSpPr txBox="1"/>
          <p:nvPr/>
        </p:nvSpPr>
        <p:spPr>
          <a:xfrm>
            <a:off x="5951190" y="3879678"/>
            <a:ext cx="5904656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通过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v-if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结合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v-else-if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v-else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来控制不同元素的显示或隐藏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951190" y="4580570"/>
            <a:ext cx="5904656" cy="139993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v-if="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条件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A"&gt;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展示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A&lt;/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v-else-if="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条件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B"&gt;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展示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B&lt;/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v-else&gt;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展示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C&lt;/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fr-FR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endParaRPr lang="zh-CN" altLang="en-US" sz="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v-if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9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VIf.vue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205658"/>
            <a:ext cx="7469049" cy="452431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小明的学习评定等级为：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&lt;p v-if="type === 'A'"&gt;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优秀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&lt;p v-else-if="type === 'B'"&gt;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良好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&lt;p v-else&gt;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差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&lt;button @click="type = 'A'"&gt;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切换成优秀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&lt;/button&gt;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&lt;button @click="type = 'B'"&gt;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切换成良好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&lt;/button&gt;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&lt;button @click="type = 'C'"&gt;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切换成差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&lt;/button&gt;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setup&gt;import { ref } from 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type = ref('B')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2.3.5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32983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032983" y="4437906"/>
            <a:ext cx="1870428" cy="515997"/>
            <a:chOff x="1032983" y="4437906"/>
            <a:chExt cx="1870428" cy="515997"/>
          </a:xfrm>
        </p:grpSpPr>
        <p:sp>
          <p:nvSpPr>
            <p:cNvPr id="5" name="椭圆 4"/>
            <p:cNvSpPr/>
            <p:nvPr/>
          </p:nvSpPr>
          <p:spPr>
            <a:xfrm>
              <a:off x="2784934" y="4636665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" name="箭头: 五边形 31"/>
            <p:cNvSpPr/>
            <p:nvPr/>
          </p:nvSpPr>
          <p:spPr>
            <a:xfrm>
              <a:off x="1107710" y="4437906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2983" y="4465072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6716" y="2735672"/>
            <a:ext cx="7469049" cy="46166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VIf.vue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6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2.3.5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v-if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1720800" y="2421682"/>
            <a:ext cx="8777646" cy="3239282"/>
          </a:xfrm>
          <a:prstGeom prst="rect">
            <a:avLst/>
          </a:prstGeom>
        </p:spPr>
      </p:pic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的初始页面效果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2.3.5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单击“切换成优秀”按钮后的页面效果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2.3.5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720800" y="2421682"/>
            <a:ext cx="8777646" cy="32392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82800" y="1080000"/>
            <a:ext cx="3792220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v-show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829955" y="2060188"/>
            <a:ext cx="10521835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都用来决定某一个元素是否在页面上显示出来。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的原理是通过为元素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添加或移除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display: none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实现元素的显示或隐藏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当需要频繁切换某个元素的显示或隐藏时，使用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会更节省性能开销；而当只需要切换一次显示或隐藏时，使用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v-if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更合理。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2.3.5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v-show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9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VShow.vue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493690"/>
            <a:ext cx="7469049" cy="341632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&lt;p v-if="flag"&gt;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v-if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控制的元素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&lt;p v-show="flag"&gt;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v-show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控制的元素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&lt;button @click="flag = !flag"&gt;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隐藏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&lt;/button&gt;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ref } from 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flag = ref(true)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2.3.5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32983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032983" y="4437906"/>
            <a:ext cx="1870428" cy="515997"/>
            <a:chOff x="1032983" y="4437906"/>
            <a:chExt cx="1870428" cy="515997"/>
          </a:xfrm>
        </p:grpSpPr>
        <p:sp>
          <p:nvSpPr>
            <p:cNvPr id="5" name="椭圆 4"/>
            <p:cNvSpPr/>
            <p:nvPr/>
          </p:nvSpPr>
          <p:spPr>
            <a:xfrm>
              <a:off x="2784934" y="4636665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" name="箭头: 五边形 31"/>
            <p:cNvSpPr/>
            <p:nvPr/>
          </p:nvSpPr>
          <p:spPr>
            <a:xfrm>
              <a:off x="1107710" y="4437906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2983" y="4465072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6716" y="2735672"/>
            <a:ext cx="7469049" cy="41819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VShow.vue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6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2.3.5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v-show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1784937" y="2061642"/>
            <a:ext cx="8774765" cy="4417356"/>
          </a:xfrm>
          <a:prstGeom prst="rect">
            <a:avLst/>
          </a:prstGeom>
        </p:spPr>
      </p:pic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072792" y="981522"/>
            <a:ext cx="1013498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v-show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的初始页面效果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2.3.5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972815"/>
            <a:ext cx="1013498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后的页面效果如下图所示。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2.3.5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714449" y="1701602"/>
            <a:ext cx="8781115" cy="4707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1415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列表渲染指令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，能够灵活运用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v-for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指令将数组、对象等中的数据渲染到页面中</a:t>
            </a:r>
            <a:endParaRPr lang="zh-CN" altLang="en-US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2.3.6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列表渲染指令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14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组合 17"/>
          <p:cNvGrpSpPr/>
          <p:nvPr/>
        </p:nvGrpSpPr>
        <p:grpSpPr bwMode="auto">
          <a:xfrm>
            <a:off x="4844018" y="1296627"/>
            <a:ext cx="6723796" cy="4365416"/>
            <a:chOff x="3403597" y="2536317"/>
            <a:chExt cx="4891327" cy="7299350"/>
          </a:xfrm>
        </p:grpSpPr>
        <p:sp>
          <p:nvSpPr>
            <p:cNvPr id="19" name="圆角矩形标注 11"/>
            <p:cNvSpPr/>
            <p:nvPr/>
          </p:nvSpPr>
          <p:spPr bwMode="auto">
            <a:xfrm rot="5400000">
              <a:off x="2199586" y="3740328"/>
              <a:ext cx="7299350" cy="4891327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0" name="矩形 5"/>
            <p:cNvSpPr>
              <a:spLocks noChangeArrowheads="1"/>
            </p:cNvSpPr>
            <p:nvPr/>
          </p:nvSpPr>
          <p:spPr bwMode="auto">
            <a:xfrm>
              <a:off x="3617339" y="3454277"/>
              <a:ext cx="4415668" cy="52959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在开发购物应用时，为了方便用户查找商品信息，通常会以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商品列表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的形式展示商品信息。在商品列表中，每件商品的结构都是相同的，如果每件商品的结构都要手动定义，会非常麻烦。为此，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Vue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提供了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列表渲染指令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v-for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。开发者只需在模板中定义一件商品的结构，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v-for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便会根据开发者提供的数据自动渲染商品列表中所有的商品。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2.3.6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列表渲染指令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2.3.6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列表渲染指令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MH_SubTitle_1"/>
          <p:cNvSpPr/>
          <p:nvPr>
            <p:custDataLst>
              <p:tags r:id="rId1"/>
            </p:custDataLst>
          </p:nvPr>
        </p:nvSpPr>
        <p:spPr>
          <a:xfrm>
            <a:off x="2514620" y="1435298"/>
            <a:ext cx="2932514" cy="511175"/>
          </a:xfrm>
          <a:custGeom>
            <a:avLst/>
            <a:gdLst>
              <a:gd name="connsiteX0" fmla="*/ 0 w 2286028"/>
              <a:gd name="connsiteY0" fmla="*/ 0 h 449944"/>
              <a:gd name="connsiteX1" fmla="*/ 2061028 w 2286028"/>
              <a:gd name="connsiteY1" fmla="*/ 0 h 449944"/>
              <a:gd name="connsiteX2" fmla="*/ 2286028 w 2286028"/>
              <a:gd name="connsiteY2" fmla="*/ 224972 h 449944"/>
              <a:gd name="connsiteX3" fmla="*/ 2061028 w 2286028"/>
              <a:gd name="connsiteY3" fmla="*/ 449944 h 449944"/>
              <a:gd name="connsiteX4" fmla="*/ 2061018 w 2286028"/>
              <a:gd name="connsiteY4" fmla="*/ 449943 h 449944"/>
              <a:gd name="connsiteX5" fmla="*/ 0 w 2286028"/>
              <a:gd name="connsiteY5" fmla="*/ 449943 h 44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86028" h="449944">
                <a:moveTo>
                  <a:pt x="0" y="0"/>
                </a:moveTo>
                <a:lnTo>
                  <a:pt x="2061028" y="0"/>
                </a:lnTo>
                <a:cubicBezTo>
                  <a:pt x="2185292" y="0"/>
                  <a:pt x="2286028" y="100723"/>
                  <a:pt x="2286028" y="224972"/>
                </a:cubicBezTo>
                <a:cubicBezTo>
                  <a:pt x="2286028" y="349221"/>
                  <a:pt x="2185292" y="449944"/>
                  <a:pt x="2061028" y="449944"/>
                </a:cubicBezTo>
                <a:lnTo>
                  <a:pt x="2061018" y="449943"/>
                </a:lnTo>
                <a:lnTo>
                  <a:pt x="0" y="4499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lvl="0" defTabSz="914400">
              <a:defRPr/>
            </a:pPr>
            <a:r>
              <a:rPr lang="zh-CN" alt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根据数组渲染列表</a:t>
            </a:r>
            <a:endParaRPr kumimoji="0" lang="zh-CN" altLang="en-US" sz="18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MH_Other_1"/>
          <p:cNvSpPr/>
          <p:nvPr>
            <p:custDataLst>
              <p:tags r:id="rId2"/>
            </p:custDataLst>
          </p:nvPr>
        </p:nvSpPr>
        <p:spPr>
          <a:xfrm>
            <a:off x="4943326" y="1475620"/>
            <a:ext cx="431800" cy="431800"/>
          </a:xfrm>
          <a:custGeom>
            <a:avLst/>
            <a:gdLst>
              <a:gd name="connsiteX0" fmla="*/ 162177 w 379914"/>
              <a:gd name="connsiteY0" fmla="*/ 97631 h 379866"/>
              <a:gd name="connsiteX1" fmla="*/ 219804 w 379914"/>
              <a:gd name="connsiteY1" fmla="*/ 189932 h 379866"/>
              <a:gd name="connsiteX2" fmla="*/ 162177 w 379914"/>
              <a:gd name="connsiteY2" fmla="*/ 282233 h 379866"/>
              <a:gd name="connsiteX3" fmla="*/ 198210 w 379914"/>
              <a:gd name="connsiteY3" fmla="*/ 282233 h 379866"/>
              <a:gd name="connsiteX4" fmla="*/ 255837 w 379914"/>
              <a:gd name="connsiteY4" fmla="*/ 189932 h 379866"/>
              <a:gd name="connsiteX5" fmla="*/ 198210 w 379914"/>
              <a:gd name="connsiteY5" fmla="*/ 97631 h 379866"/>
              <a:gd name="connsiteX6" fmla="*/ 189957 w 379914"/>
              <a:gd name="connsiteY6" fmla="*/ 0 h 379866"/>
              <a:gd name="connsiteX7" fmla="*/ 379914 w 379914"/>
              <a:gd name="connsiteY7" fmla="*/ 189933 h 379866"/>
              <a:gd name="connsiteX8" fmla="*/ 189957 w 379914"/>
              <a:gd name="connsiteY8" fmla="*/ 379866 h 379866"/>
              <a:gd name="connsiteX9" fmla="*/ 0 w 379914"/>
              <a:gd name="connsiteY9" fmla="*/ 189933 h 379866"/>
              <a:gd name="connsiteX10" fmla="*/ 189957 w 379914"/>
              <a:gd name="connsiteY10" fmla="*/ 0 h 379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914" h="379866">
                <a:moveTo>
                  <a:pt x="162177" y="97631"/>
                </a:moveTo>
                <a:lnTo>
                  <a:pt x="219804" y="189932"/>
                </a:lnTo>
                <a:lnTo>
                  <a:pt x="162177" y="282233"/>
                </a:lnTo>
                <a:lnTo>
                  <a:pt x="198210" y="282233"/>
                </a:lnTo>
                <a:lnTo>
                  <a:pt x="255837" y="189932"/>
                </a:lnTo>
                <a:lnTo>
                  <a:pt x="198210" y="97631"/>
                </a:lnTo>
                <a:close/>
                <a:moveTo>
                  <a:pt x="189957" y="0"/>
                </a:moveTo>
                <a:cubicBezTo>
                  <a:pt x="294867" y="0"/>
                  <a:pt x="379914" y="85036"/>
                  <a:pt x="379914" y="189933"/>
                </a:cubicBezTo>
                <a:cubicBezTo>
                  <a:pt x="379914" y="294830"/>
                  <a:pt x="294867" y="379866"/>
                  <a:pt x="189957" y="379866"/>
                </a:cubicBezTo>
                <a:cubicBezTo>
                  <a:pt x="85047" y="379866"/>
                  <a:pt x="0" y="294830"/>
                  <a:pt x="0" y="189933"/>
                </a:cubicBezTo>
                <a:cubicBezTo>
                  <a:pt x="0" y="85036"/>
                  <a:pt x="85047" y="0"/>
                  <a:pt x="1899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u="none" strike="noStrike" kern="1200" cap="none" spc="0" normalizeH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2" name="MH_SubTitle_2"/>
          <p:cNvSpPr/>
          <p:nvPr>
            <p:custDataLst>
              <p:tags r:id="rId3"/>
            </p:custDataLst>
          </p:nvPr>
        </p:nvSpPr>
        <p:spPr>
          <a:xfrm>
            <a:off x="2514620" y="2640844"/>
            <a:ext cx="2932514" cy="511175"/>
          </a:xfrm>
          <a:custGeom>
            <a:avLst/>
            <a:gdLst>
              <a:gd name="connsiteX0" fmla="*/ 0 w 2286028"/>
              <a:gd name="connsiteY0" fmla="*/ 0 h 449944"/>
              <a:gd name="connsiteX1" fmla="*/ 2061028 w 2286028"/>
              <a:gd name="connsiteY1" fmla="*/ 0 h 449944"/>
              <a:gd name="connsiteX2" fmla="*/ 2286028 w 2286028"/>
              <a:gd name="connsiteY2" fmla="*/ 224972 h 449944"/>
              <a:gd name="connsiteX3" fmla="*/ 2061028 w 2286028"/>
              <a:gd name="connsiteY3" fmla="*/ 449944 h 449944"/>
              <a:gd name="connsiteX4" fmla="*/ 2061018 w 2286028"/>
              <a:gd name="connsiteY4" fmla="*/ 449943 h 449944"/>
              <a:gd name="connsiteX5" fmla="*/ 0 w 2286028"/>
              <a:gd name="connsiteY5" fmla="*/ 449943 h 44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86028" h="449944">
                <a:moveTo>
                  <a:pt x="0" y="0"/>
                </a:moveTo>
                <a:lnTo>
                  <a:pt x="2061028" y="0"/>
                </a:lnTo>
                <a:cubicBezTo>
                  <a:pt x="2185292" y="0"/>
                  <a:pt x="2286028" y="100723"/>
                  <a:pt x="2286028" y="224972"/>
                </a:cubicBezTo>
                <a:cubicBezTo>
                  <a:pt x="2286028" y="349221"/>
                  <a:pt x="2185292" y="449944"/>
                  <a:pt x="2061028" y="449944"/>
                </a:cubicBezTo>
                <a:lnTo>
                  <a:pt x="2061018" y="449943"/>
                </a:lnTo>
                <a:lnTo>
                  <a:pt x="0" y="4499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根据对象渲染列表</a:t>
            </a:r>
            <a:endParaRPr lang="zh-CN" altLang="en-US" sz="18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MH_Other_2"/>
          <p:cNvSpPr/>
          <p:nvPr>
            <p:custDataLst>
              <p:tags r:id="rId4"/>
            </p:custDataLst>
          </p:nvPr>
        </p:nvSpPr>
        <p:spPr>
          <a:xfrm>
            <a:off x="4943326" y="2680531"/>
            <a:ext cx="431800" cy="431800"/>
          </a:xfrm>
          <a:custGeom>
            <a:avLst/>
            <a:gdLst>
              <a:gd name="connsiteX0" fmla="*/ 162177 w 379914"/>
              <a:gd name="connsiteY0" fmla="*/ 97631 h 379866"/>
              <a:gd name="connsiteX1" fmla="*/ 219804 w 379914"/>
              <a:gd name="connsiteY1" fmla="*/ 189932 h 379866"/>
              <a:gd name="connsiteX2" fmla="*/ 162177 w 379914"/>
              <a:gd name="connsiteY2" fmla="*/ 282233 h 379866"/>
              <a:gd name="connsiteX3" fmla="*/ 198210 w 379914"/>
              <a:gd name="connsiteY3" fmla="*/ 282233 h 379866"/>
              <a:gd name="connsiteX4" fmla="*/ 255837 w 379914"/>
              <a:gd name="connsiteY4" fmla="*/ 189932 h 379866"/>
              <a:gd name="connsiteX5" fmla="*/ 198210 w 379914"/>
              <a:gd name="connsiteY5" fmla="*/ 97631 h 379866"/>
              <a:gd name="connsiteX6" fmla="*/ 189957 w 379914"/>
              <a:gd name="connsiteY6" fmla="*/ 0 h 379866"/>
              <a:gd name="connsiteX7" fmla="*/ 379914 w 379914"/>
              <a:gd name="connsiteY7" fmla="*/ 189933 h 379866"/>
              <a:gd name="connsiteX8" fmla="*/ 189957 w 379914"/>
              <a:gd name="connsiteY8" fmla="*/ 379866 h 379866"/>
              <a:gd name="connsiteX9" fmla="*/ 0 w 379914"/>
              <a:gd name="connsiteY9" fmla="*/ 189933 h 379866"/>
              <a:gd name="connsiteX10" fmla="*/ 189957 w 379914"/>
              <a:gd name="connsiteY10" fmla="*/ 0 h 379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914" h="379866">
                <a:moveTo>
                  <a:pt x="162177" y="97631"/>
                </a:moveTo>
                <a:lnTo>
                  <a:pt x="219804" y="189932"/>
                </a:lnTo>
                <a:lnTo>
                  <a:pt x="162177" y="282233"/>
                </a:lnTo>
                <a:lnTo>
                  <a:pt x="198210" y="282233"/>
                </a:lnTo>
                <a:lnTo>
                  <a:pt x="255837" y="189932"/>
                </a:lnTo>
                <a:lnTo>
                  <a:pt x="198210" y="97631"/>
                </a:lnTo>
                <a:close/>
                <a:moveTo>
                  <a:pt x="189957" y="0"/>
                </a:moveTo>
                <a:cubicBezTo>
                  <a:pt x="294867" y="0"/>
                  <a:pt x="379914" y="85036"/>
                  <a:pt x="379914" y="189933"/>
                </a:cubicBezTo>
                <a:cubicBezTo>
                  <a:pt x="379914" y="294830"/>
                  <a:pt x="294867" y="379866"/>
                  <a:pt x="189957" y="379866"/>
                </a:cubicBezTo>
                <a:cubicBezTo>
                  <a:pt x="85047" y="379866"/>
                  <a:pt x="0" y="294830"/>
                  <a:pt x="0" y="189933"/>
                </a:cubicBezTo>
                <a:cubicBezTo>
                  <a:pt x="0" y="85036"/>
                  <a:pt x="85047" y="0"/>
                  <a:pt x="1899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u="none" strike="noStrike" kern="1200" cap="none" spc="0" normalizeH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" name="MH_SubTitle_3"/>
          <p:cNvSpPr/>
          <p:nvPr>
            <p:custDataLst>
              <p:tags r:id="rId5"/>
            </p:custDataLst>
          </p:nvPr>
        </p:nvSpPr>
        <p:spPr>
          <a:xfrm>
            <a:off x="2514620" y="3861100"/>
            <a:ext cx="2932514" cy="511175"/>
          </a:xfrm>
          <a:custGeom>
            <a:avLst/>
            <a:gdLst>
              <a:gd name="connsiteX0" fmla="*/ 0 w 2286028"/>
              <a:gd name="connsiteY0" fmla="*/ 0 h 449944"/>
              <a:gd name="connsiteX1" fmla="*/ 2061028 w 2286028"/>
              <a:gd name="connsiteY1" fmla="*/ 0 h 449944"/>
              <a:gd name="connsiteX2" fmla="*/ 2286028 w 2286028"/>
              <a:gd name="connsiteY2" fmla="*/ 224972 h 449944"/>
              <a:gd name="connsiteX3" fmla="*/ 2061028 w 2286028"/>
              <a:gd name="connsiteY3" fmla="*/ 449944 h 449944"/>
              <a:gd name="connsiteX4" fmla="*/ 2061018 w 2286028"/>
              <a:gd name="connsiteY4" fmla="*/ 449943 h 449944"/>
              <a:gd name="connsiteX5" fmla="*/ 0 w 2286028"/>
              <a:gd name="connsiteY5" fmla="*/ 449943 h 44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86028" h="449944">
                <a:moveTo>
                  <a:pt x="0" y="0"/>
                </a:moveTo>
                <a:lnTo>
                  <a:pt x="2061028" y="0"/>
                </a:lnTo>
                <a:cubicBezTo>
                  <a:pt x="2185292" y="0"/>
                  <a:pt x="2286028" y="100723"/>
                  <a:pt x="2286028" y="224972"/>
                </a:cubicBezTo>
                <a:cubicBezTo>
                  <a:pt x="2286028" y="349221"/>
                  <a:pt x="2185292" y="449944"/>
                  <a:pt x="2061028" y="449944"/>
                </a:cubicBezTo>
                <a:lnTo>
                  <a:pt x="2061018" y="449943"/>
                </a:lnTo>
                <a:lnTo>
                  <a:pt x="0" y="4499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根据数字渲染列表</a:t>
            </a:r>
            <a:endParaRPr lang="zh-CN" altLang="en-US" sz="18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MH_Other_3"/>
          <p:cNvSpPr/>
          <p:nvPr>
            <p:custDataLst>
              <p:tags r:id="rId6"/>
            </p:custDataLst>
          </p:nvPr>
        </p:nvSpPr>
        <p:spPr>
          <a:xfrm>
            <a:off x="4943326" y="3900787"/>
            <a:ext cx="431800" cy="431800"/>
          </a:xfrm>
          <a:custGeom>
            <a:avLst/>
            <a:gdLst>
              <a:gd name="connsiteX0" fmla="*/ 162177 w 379914"/>
              <a:gd name="connsiteY0" fmla="*/ 97631 h 379866"/>
              <a:gd name="connsiteX1" fmla="*/ 219804 w 379914"/>
              <a:gd name="connsiteY1" fmla="*/ 189932 h 379866"/>
              <a:gd name="connsiteX2" fmla="*/ 162177 w 379914"/>
              <a:gd name="connsiteY2" fmla="*/ 282233 h 379866"/>
              <a:gd name="connsiteX3" fmla="*/ 198210 w 379914"/>
              <a:gd name="connsiteY3" fmla="*/ 282233 h 379866"/>
              <a:gd name="connsiteX4" fmla="*/ 255837 w 379914"/>
              <a:gd name="connsiteY4" fmla="*/ 189932 h 379866"/>
              <a:gd name="connsiteX5" fmla="*/ 198210 w 379914"/>
              <a:gd name="connsiteY5" fmla="*/ 97631 h 379866"/>
              <a:gd name="connsiteX6" fmla="*/ 189957 w 379914"/>
              <a:gd name="connsiteY6" fmla="*/ 0 h 379866"/>
              <a:gd name="connsiteX7" fmla="*/ 379914 w 379914"/>
              <a:gd name="connsiteY7" fmla="*/ 189933 h 379866"/>
              <a:gd name="connsiteX8" fmla="*/ 189957 w 379914"/>
              <a:gd name="connsiteY8" fmla="*/ 379866 h 379866"/>
              <a:gd name="connsiteX9" fmla="*/ 0 w 379914"/>
              <a:gd name="connsiteY9" fmla="*/ 189933 h 379866"/>
              <a:gd name="connsiteX10" fmla="*/ 189957 w 379914"/>
              <a:gd name="connsiteY10" fmla="*/ 0 h 379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914" h="379866">
                <a:moveTo>
                  <a:pt x="162177" y="97631"/>
                </a:moveTo>
                <a:lnTo>
                  <a:pt x="219804" y="189932"/>
                </a:lnTo>
                <a:lnTo>
                  <a:pt x="162177" y="282233"/>
                </a:lnTo>
                <a:lnTo>
                  <a:pt x="198210" y="282233"/>
                </a:lnTo>
                <a:lnTo>
                  <a:pt x="255837" y="189932"/>
                </a:lnTo>
                <a:lnTo>
                  <a:pt x="198210" y="97631"/>
                </a:lnTo>
                <a:close/>
                <a:moveTo>
                  <a:pt x="189957" y="0"/>
                </a:moveTo>
                <a:cubicBezTo>
                  <a:pt x="294867" y="0"/>
                  <a:pt x="379914" y="85036"/>
                  <a:pt x="379914" y="189933"/>
                </a:cubicBezTo>
                <a:cubicBezTo>
                  <a:pt x="379914" y="294830"/>
                  <a:pt x="294867" y="379866"/>
                  <a:pt x="189957" y="379866"/>
                </a:cubicBezTo>
                <a:cubicBezTo>
                  <a:pt x="85047" y="379866"/>
                  <a:pt x="0" y="294830"/>
                  <a:pt x="0" y="189933"/>
                </a:cubicBezTo>
                <a:cubicBezTo>
                  <a:pt x="0" y="85036"/>
                  <a:pt x="85047" y="0"/>
                  <a:pt x="1899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u="none" strike="noStrike" kern="1200" cap="none" spc="0" normalizeH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cxnSp>
        <p:nvCxnSpPr>
          <p:cNvPr id="22" name="PA_直接连接符 2"/>
          <p:cNvCxnSpPr/>
          <p:nvPr>
            <p:custDataLst>
              <p:tags r:id="rId7"/>
            </p:custDataLst>
          </p:nvPr>
        </p:nvCxnSpPr>
        <p:spPr>
          <a:xfrm>
            <a:off x="1198662" y="1413570"/>
            <a:ext cx="0" cy="4320480"/>
          </a:xfrm>
          <a:prstGeom prst="line">
            <a:avLst/>
          </a:prstGeom>
          <a:ln>
            <a:solidFill>
              <a:srgbClr val="6BAF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PA_直接连接符 2"/>
          <p:cNvCxnSpPr/>
          <p:nvPr>
            <p:custDataLst>
              <p:tags r:id="rId8"/>
            </p:custDataLst>
          </p:nvPr>
        </p:nvCxnSpPr>
        <p:spPr>
          <a:xfrm>
            <a:off x="2245856" y="1413570"/>
            <a:ext cx="0" cy="4320480"/>
          </a:xfrm>
          <a:prstGeom prst="line">
            <a:avLst/>
          </a:prstGeom>
          <a:ln>
            <a:solidFill>
              <a:srgbClr val="6BAFE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H_SubTitle_3"/>
          <p:cNvSpPr/>
          <p:nvPr>
            <p:custDataLst>
              <p:tags r:id="rId9"/>
            </p:custDataLst>
          </p:nvPr>
        </p:nvSpPr>
        <p:spPr>
          <a:xfrm>
            <a:off x="2514620" y="5011433"/>
            <a:ext cx="3148538" cy="511175"/>
          </a:xfrm>
          <a:custGeom>
            <a:avLst/>
            <a:gdLst>
              <a:gd name="connsiteX0" fmla="*/ 0 w 2286028"/>
              <a:gd name="connsiteY0" fmla="*/ 0 h 449944"/>
              <a:gd name="connsiteX1" fmla="*/ 2061028 w 2286028"/>
              <a:gd name="connsiteY1" fmla="*/ 0 h 449944"/>
              <a:gd name="connsiteX2" fmla="*/ 2286028 w 2286028"/>
              <a:gd name="connsiteY2" fmla="*/ 224972 h 449944"/>
              <a:gd name="connsiteX3" fmla="*/ 2061028 w 2286028"/>
              <a:gd name="connsiteY3" fmla="*/ 449944 h 449944"/>
              <a:gd name="connsiteX4" fmla="*/ 2061018 w 2286028"/>
              <a:gd name="connsiteY4" fmla="*/ 449943 h 449944"/>
              <a:gd name="connsiteX5" fmla="*/ 0 w 2286028"/>
              <a:gd name="connsiteY5" fmla="*/ 449943 h 44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86028" h="449944">
                <a:moveTo>
                  <a:pt x="0" y="0"/>
                </a:moveTo>
                <a:lnTo>
                  <a:pt x="2061028" y="0"/>
                </a:lnTo>
                <a:cubicBezTo>
                  <a:pt x="2185292" y="0"/>
                  <a:pt x="2286028" y="100723"/>
                  <a:pt x="2286028" y="224972"/>
                </a:cubicBezTo>
                <a:cubicBezTo>
                  <a:pt x="2286028" y="349221"/>
                  <a:pt x="2185292" y="449944"/>
                  <a:pt x="2061028" y="449944"/>
                </a:cubicBezTo>
                <a:lnTo>
                  <a:pt x="2061018" y="449943"/>
                </a:lnTo>
                <a:lnTo>
                  <a:pt x="0" y="4499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根据字符串渲染列表</a:t>
            </a:r>
            <a:endParaRPr lang="zh-CN" altLang="en-US" sz="18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6" name="MH_Other_3"/>
          <p:cNvSpPr/>
          <p:nvPr>
            <p:custDataLst>
              <p:tags r:id="rId10"/>
            </p:custDataLst>
          </p:nvPr>
        </p:nvSpPr>
        <p:spPr>
          <a:xfrm>
            <a:off x="5159102" y="5051120"/>
            <a:ext cx="431800" cy="431800"/>
          </a:xfrm>
          <a:custGeom>
            <a:avLst/>
            <a:gdLst>
              <a:gd name="connsiteX0" fmla="*/ 162177 w 379914"/>
              <a:gd name="connsiteY0" fmla="*/ 97631 h 379866"/>
              <a:gd name="connsiteX1" fmla="*/ 219804 w 379914"/>
              <a:gd name="connsiteY1" fmla="*/ 189932 h 379866"/>
              <a:gd name="connsiteX2" fmla="*/ 162177 w 379914"/>
              <a:gd name="connsiteY2" fmla="*/ 282233 h 379866"/>
              <a:gd name="connsiteX3" fmla="*/ 198210 w 379914"/>
              <a:gd name="connsiteY3" fmla="*/ 282233 h 379866"/>
              <a:gd name="connsiteX4" fmla="*/ 255837 w 379914"/>
              <a:gd name="connsiteY4" fmla="*/ 189932 h 379866"/>
              <a:gd name="connsiteX5" fmla="*/ 198210 w 379914"/>
              <a:gd name="connsiteY5" fmla="*/ 97631 h 379866"/>
              <a:gd name="connsiteX6" fmla="*/ 189957 w 379914"/>
              <a:gd name="connsiteY6" fmla="*/ 0 h 379866"/>
              <a:gd name="connsiteX7" fmla="*/ 379914 w 379914"/>
              <a:gd name="connsiteY7" fmla="*/ 189933 h 379866"/>
              <a:gd name="connsiteX8" fmla="*/ 189957 w 379914"/>
              <a:gd name="connsiteY8" fmla="*/ 379866 h 379866"/>
              <a:gd name="connsiteX9" fmla="*/ 0 w 379914"/>
              <a:gd name="connsiteY9" fmla="*/ 189933 h 379866"/>
              <a:gd name="connsiteX10" fmla="*/ 189957 w 379914"/>
              <a:gd name="connsiteY10" fmla="*/ 0 h 379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914" h="379866">
                <a:moveTo>
                  <a:pt x="162177" y="97631"/>
                </a:moveTo>
                <a:lnTo>
                  <a:pt x="219804" y="189932"/>
                </a:lnTo>
                <a:lnTo>
                  <a:pt x="162177" y="282233"/>
                </a:lnTo>
                <a:lnTo>
                  <a:pt x="198210" y="282233"/>
                </a:lnTo>
                <a:lnTo>
                  <a:pt x="255837" y="189932"/>
                </a:lnTo>
                <a:lnTo>
                  <a:pt x="198210" y="97631"/>
                </a:lnTo>
                <a:close/>
                <a:moveTo>
                  <a:pt x="189957" y="0"/>
                </a:moveTo>
                <a:cubicBezTo>
                  <a:pt x="294867" y="0"/>
                  <a:pt x="379914" y="85036"/>
                  <a:pt x="379914" y="189933"/>
                </a:cubicBezTo>
                <a:cubicBezTo>
                  <a:pt x="379914" y="294830"/>
                  <a:pt x="294867" y="379866"/>
                  <a:pt x="189957" y="379866"/>
                </a:cubicBezTo>
                <a:cubicBezTo>
                  <a:pt x="85047" y="379866"/>
                  <a:pt x="0" y="294830"/>
                  <a:pt x="0" y="189933"/>
                </a:cubicBezTo>
                <a:cubicBezTo>
                  <a:pt x="0" y="85036"/>
                  <a:pt x="85047" y="0"/>
                  <a:pt x="1899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u="none" strike="noStrike" kern="1200" cap="none" spc="0" normalizeH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879182" y="1460052"/>
            <a:ext cx="5516729" cy="46166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v-for="(item, index) in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"&gt;&lt;/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908476" y="2640844"/>
            <a:ext cx="5516729" cy="78752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v-for="(item, name, index) in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"&gt;&lt;/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908476" y="3910610"/>
            <a:ext cx="5516729" cy="46166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v-for="(item, index) in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"&gt;&lt;/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908476" y="5000619"/>
            <a:ext cx="5516729" cy="41819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v-for="(item, index) in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"&gt;&lt;/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45156" y="2485471"/>
            <a:ext cx="7920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循环渲染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25897" y="4298322"/>
            <a:ext cx="8568952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 v-for="item in items" :key="item.id"&gt;&lt;/div&gt;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973971" y="1341562"/>
            <a:ext cx="10521835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（根据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list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数组中的元素）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渲染列表后，当在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list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数组中删除一个元素后，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index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会发生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会重新渲染列表，导致性能下降。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v-for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一个提示，以便它能跟踪每个节点的身份，从而对现有元素进行重用和重新排序，建议通过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列表中的每一项提供具有唯一性的值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2.3.6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列表渲染指令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461881" y="1095894"/>
            <a:ext cx="446449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演示使用</a:t>
            </a:r>
            <a:r>
              <a:rPr lang="en-US" altLang="zh-CN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v-for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根据一维数组渲染列表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295006" y="1612308"/>
            <a:ext cx="4798247" cy="47862"/>
            <a:chOff x="4295006" y="1612308"/>
            <a:chExt cx="4798247" cy="47862"/>
          </a:xfrm>
        </p:grpSpPr>
        <p:cxnSp>
          <p:nvCxnSpPr>
            <p:cNvPr id="19" name="直线连接符 8"/>
            <p:cNvCxnSpPr>
              <a:stCxn id="20" idx="6"/>
              <a:endCxn id="21" idx="6"/>
            </p:cNvCxnSpPr>
            <p:nvPr/>
          </p:nvCxnSpPr>
          <p:spPr>
            <a:xfrm flipV="1">
              <a:off x="4340725" y="1635168"/>
              <a:ext cx="4752528" cy="21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95006" y="1614451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9047534" y="1612308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\components\VFor1.vue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493690"/>
            <a:ext cx="7469049" cy="341632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v-for="(item, index) in list" :key="index"&gt;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索引是：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{{ index }} ---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元素的内容是：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{{ item }}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reactive } from 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list = reactive(['HTML', 'CSS', 'JavaScript'])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2.3.6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列表渲染指令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32983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032983" y="4437906"/>
            <a:ext cx="1870428" cy="515997"/>
            <a:chOff x="1032983" y="4437906"/>
            <a:chExt cx="1870428" cy="515997"/>
          </a:xfrm>
        </p:grpSpPr>
        <p:sp>
          <p:nvSpPr>
            <p:cNvPr id="5" name="椭圆 4"/>
            <p:cNvSpPr/>
            <p:nvPr/>
          </p:nvSpPr>
          <p:spPr>
            <a:xfrm>
              <a:off x="2784934" y="4636665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" name="箭头: 五边形 31"/>
            <p:cNvSpPr/>
            <p:nvPr/>
          </p:nvSpPr>
          <p:spPr>
            <a:xfrm>
              <a:off x="1107710" y="4437906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2983" y="4465072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6716" y="2735672"/>
            <a:ext cx="7469049" cy="46166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'./components/VFor1.vue'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2.3.6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列表渲染指令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1"/>
          <p:cNvSpPr txBox="1"/>
          <p:nvPr>
            <p:custDataLst>
              <p:tags r:id="rId1"/>
            </p:custDataLst>
          </p:nvPr>
        </p:nvSpPr>
        <p:spPr>
          <a:xfrm>
            <a:off x="4461881" y="1095894"/>
            <a:ext cx="446449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演示使用</a:t>
            </a:r>
            <a:r>
              <a:rPr lang="en-US" altLang="zh-CN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v-for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根据一维数组渲染列表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295006" y="1612308"/>
            <a:ext cx="4798247" cy="47862"/>
            <a:chOff x="4295006" y="1612308"/>
            <a:chExt cx="4798247" cy="47862"/>
          </a:xfrm>
        </p:grpSpPr>
        <p:cxnSp>
          <p:nvCxnSpPr>
            <p:cNvPr id="24" name="直线连接符 8"/>
            <p:cNvCxnSpPr>
              <a:stCxn id="25" idx="6"/>
              <a:endCxn id="26" idx="6"/>
            </p:cNvCxnSpPr>
            <p:nvPr/>
          </p:nvCxnSpPr>
          <p:spPr>
            <a:xfrm flipV="1">
              <a:off x="4340725" y="1635168"/>
              <a:ext cx="4752528" cy="21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4295006" y="1614451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9047534" y="1612308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3691" y="1125538"/>
            <a:ext cx="1013498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根据一维数组渲染列表的页面效果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2.3.6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列表渲染指令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1720799" y="2350800"/>
            <a:ext cx="8780827" cy="26631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461881" y="1095894"/>
            <a:ext cx="446449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演示使用</a:t>
            </a:r>
            <a:r>
              <a:rPr lang="en-US" altLang="zh-CN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v-for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根据对象数组渲染列表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295006" y="1612308"/>
            <a:ext cx="4798247" cy="47862"/>
            <a:chOff x="4295006" y="1612308"/>
            <a:chExt cx="4798247" cy="47862"/>
          </a:xfrm>
        </p:grpSpPr>
        <p:cxnSp>
          <p:nvCxnSpPr>
            <p:cNvPr id="19" name="直线连接符 8"/>
            <p:cNvCxnSpPr>
              <a:stCxn id="20" idx="6"/>
              <a:endCxn id="21" idx="6"/>
            </p:cNvCxnSpPr>
            <p:nvPr/>
          </p:nvCxnSpPr>
          <p:spPr>
            <a:xfrm flipV="1">
              <a:off x="4340725" y="1635168"/>
              <a:ext cx="4752528" cy="21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95006" y="1614451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9047534" y="1612308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\components\VFor2.vue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205658"/>
            <a:ext cx="7469049" cy="448084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v-for="item in list" :key="item.id"&gt;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id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{{ item.id }} ---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元素的内容是：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{{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item.message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}}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reactive } from 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list = reactive([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{ id: 1, message: 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梅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}, { id: 2, message: 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兰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},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{ id: 3, message: 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竹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}, { id: 4, message: 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菊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2.3.6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列表渲染指令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32983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032983" y="4437906"/>
            <a:ext cx="1870428" cy="515997"/>
            <a:chOff x="1032983" y="4437906"/>
            <a:chExt cx="1870428" cy="515997"/>
          </a:xfrm>
        </p:grpSpPr>
        <p:sp>
          <p:nvSpPr>
            <p:cNvPr id="5" name="椭圆 4"/>
            <p:cNvSpPr/>
            <p:nvPr/>
          </p:nvSpPr>
          <p:spPr>
            <a:xfrm>
              <a:off x="2784934" y="4636665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" name="箭头: 五边形 31"/>
            <p:cNvSpPr/>
            <p:nvPr/>
          </p:nvSpPr>
          <p:spPr>
            <a:xfrm>
              <a:off x="1107710" y="4437906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2983" y="4465072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6716" y="2735672"/>
            <a:ext cx="7469049" cy="46166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'./components/VFor2.vue'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2.3.6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列表渲染指令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1"/>
          <p:cNvSpPr txBox="1"/>
          <p:nvPr>
            <p:custDataLst>
              <p:tags r:id="rId1"/>
            </p:custDataLst>
          </p:nvPr>
        </p:nvSpPr>
        <p:spPr>
          <a:xfrm>
            <a:off x="4461881" y="1095894"/>
            <a:ext cx="446449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演示使用</a:t>
            </a:r>
            <a:r>
              <a:rPr lang="en-US" altLang="zh-CN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v-for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根据对象数组渲染列表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295006" y="1612308"/>
            <a:ext cx="4798247" cy="47862"/>
            <a:chOff x="4295006" y="1612308"/>
            <a:chExt cx="4798247" cy="47862"/>
          </a:xfrm>
        </p:grpSpPr>
        <p:cxnSp>
          <p:nvCxnSpPr>
            <p:cNvPr id="24" name="直线连接符 8"/>
            <p:cNvCxnSpPr>
              <a:stCxn id="25" idx="6"/>
              <a:endCxn id="26" idx="6"/>
            </p:cNvCxnSpPr>
            <p:nvPr/>
          </p:nvCxnSpPr>
          <p:spPr>
            <a:xfrm flipV="1">
              <a:off x="4340725" y="1635168"/>
              <a:ext cx="4752528" cy="21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4295006" y="1614451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9047534" y="1612308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159222"/>
            <a:ext cx="1013498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根据对象数组渲染列表的页面效果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2.3.6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列表渲染指令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1720799" y="2380379"/>
            <a:ext cx="8780827" cy="29936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461881" y="1095894"/>
            <a:ext cx="446449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演示使用</a:t>
            </a:r>
            <a:r>
              <a:rPr lang="en-US" altLang="zh-CN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v-for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根据对象渲染列表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295006" y="1612308"/>
            <a:ext cx="4798247" cy="47862"/>
            <a:chOff x="4295006" y="1612308"/>
            <a:chExt cx="4798247" cy="47862"/>
          </a:xfrm>
        </p:grpSpPr>
        <p:cxnSp>
          <p:nvCxnSpPr>
            <p:cNvPr id="19" name="直线连接符 8"/>
            <p:cNvCxnSpPr>
              <a:stCxn id="20" idx="6"/>
              <a:endCxn id="21" idx="6"/>
            </p:cNvCxnSpPr>
            <p:nvPr/>
          </p:nvCxnSpPr>
          <p:spPr>
            <a:xfrm flipV="1">
              <a:off x="4340725" y="1635168"/>
              <a:ext cx="4752528" cy="21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95006" y="1614451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9047534" y="1612308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\components\VFor3.vue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533754"/>
            <a:ext cx="7469049" cy="341632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v-for="(value, name) in user" :key="name"&gt;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属性名是：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{{ name }} ---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属性值是：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{{ value }}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reactive } from 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user = reactive({ id: 11, name: 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小明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gender: 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男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 })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2.3.6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列表渲染指令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32983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032983" y="4437906"/>
            <a:ext cx="1870428" cy="515997"/>
            <a:chOff x="1032983" y="4437906"/>
            <a:chExt cx="1870428" cy="515997"/>
          </a:xfrm>
        </p:grpSpPr>
        <p:sp>
          <p:nvSpPr>
            <p:cNvPr id="5" name="椭圆 4"/>
            <p:cNvSpPr/>
            <p:nvPr/>
          </p:nvSpPr>
          <p:spPr>
            <a:xfrm>
              <a:off x="2784934" y="4636665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" name="箭头: 五边形 31"/>
            <p:cNvSpPr/>
            <p:nvPr/>
          </p:nvSpPr>
          <p:spPr>
            <a:xfrm>
              <a:off x="1107710" y="4437906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2983" y="4465072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6716" y="2735672"/>
            <a:ext cx="7469049" cy="46166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'./components/VFor3.vue'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2.3.6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列表渲染指令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1"/>
          <p:cNvSpPr txBox="1"/>
          <p:nvPr>
            <p:custDataLst>
              <p:tags r:id="rId1"/>
            </p:custDataLst>
          </p:nvPr>
        </p:nvSpPr>
        <p:spPr>
          <a:xfrm>
            <a:off x="4461881" y="1095894"/>
            <a:ext cx="446449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演示使用</a:t>
            </a:r>
            <a:r>
              <a:rPr lang="en-US" altLang="zh-CN" sz="2000" b="1" kern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v-for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根据对象渲染列表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295006" y="1612308"/>
            <a:ext cx="4798247" cy="47862"/>
            <a:chOff x="4295006" y="1612308"/>
            <a:chExt cx="4798247" cy="47862"/>
          </a:xfrm>
        </p:grpSpPr>
        <p:cxnSp>
          <p:nvCxnSpPr>
            <p:cNvPr id="24" name="直线连接符 8"/>
            <p:cNvCxnSpPr>
              <a:stCxn id="25" idx="6"/>
              <a:endCxn id="26" idx="6"/>
            </p:cNvCxnSpPr>
            <p:nvPr/>
          </p:nvCxnSpPr>
          <p:spPr>
            <a:xfrm flipV="1">
              <a:off x="4340725" y="1635168"/>
              <a:ext cx="4752528" cy="21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4295006" y="1614451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9047534" y="1612308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22495" y="1053530"/>
            <a:ext cx="1013498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根据对象渲染列表的页面效果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2.3.6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列表渲染指令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1720799" y="2351718"/>
            <a:ext cx="8724893" cy="26622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971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事件对象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，能够灵活运用事件对象获取和修改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DOM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元素的属性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云形标注 5"/>
          <p:cNvSpPr/>
          <p:nvPr/>
        </p:nvSpPr>
        <p:spPr>
          <a:xfrm>
            <a:off x="1917874" y="1501750"/>
            <a:ext cx="5257452" cy="24321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什么是事件对象？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720698" y="1456267"/>
            <a:ext cx="2650193" cy="420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5"/>
          <p:cNvGrpSpPr/>
          <p:nvPr/>
        </p:nvGrpSpPr>
        <p:grpSpPr bwMode="auto">
          <a:xfrm>
            <a:off x="4943076" y="1701602"/>
            <a:ext cx="5804271" cy="3096344"/>
            <a:chOff x="3403597" y="2421469"/>
            <a:chExt cx="5040490" cy="4260328"/>
          </a:xfrm>
        </p:grpSpPr>
        <p:sp>
          <p:nvSpPr>
            <p:cNvPr id="7" name="圆角矩形标注 11"/>
            <p:cNvSpPr/>
            <p:nvPr/>
          </p:nvSpPr>
          <p:spPr bwMode="auto">
            <a:xfrm rot="5400000">
              <a:off x="3793678" y="2031388"/>
              <a:ext cx="4260328" cy="5040490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8" name="矩形 5"/>
            <p:cNvSpPr>
              <a:spLocks noChangeArrowheads="1"/>
            </p:cNvSpPr>
            <p:nvPr/>
          </p:nvSpPr>
          <p:spPr bwMode="auto">
            <a:xfrm>
              <a:off x="3746075" y="2582466"/>
              <a:ext cx="4439098" cy="3938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事件对象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是在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事件触发时产生的对象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，该对象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保存了事件触发时的相关信息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事件对象有以下两种获取方式。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通过事件方法的参数获取事件对象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$event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获取事件对象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10730" y="3069754"/>
            <a:ext cx="8568952" cy="258532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&lt;button @click="greet"&gt;Greet&lt;/button&gt;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greet = event =&gt; console.log(event)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82800" y="1126039"/>
            <a:ext cx="4392488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通过事件方法的参数获取事件对象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622598" y="1911740"/>
            <a:ext cx="10521835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绑定的用于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，这个参数就是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10730" y="2925738"/>
            <a:ext cx="8568952" cy="258532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&lt;button @click="change($event)"&gt;change&lt;/button&gt;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change = event =&gt; console.log(event)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82800" y="1126039"/>
            <a:ext cx="4392488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$event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获取事件对象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622598" y="1911740"/>
            <a:ext cx="10521835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$event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内置变量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，使用它可以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获取事件对象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461881" y="1095894"/>
            <a:ext cx="446449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演示事件对象的使用方法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295006" y="1612308"/>
            <a:ext cx="4798247" cy="47862"/>
            <a:chOff x="4295006" y="1612308"/>
            <a:chExt cx="4798247" cy="47862"/>
          </a:xfrm>
        </p:grpSpPr>
        <p:cxnSp>
          <p:nvCxnSpPr>
            <p:cNvPr id="19" name="直线连接符 8"/>
            <p:cNvCxnSpPr>
              <a:stCxn id="20" idx="6"/>
              <a:endCxn id="21" idx="6"/>
            </p:cNvCxnSpPr>
            <p:nvPr/>
          </p:nvCxnSpPr>
          <p:spPr>
            <a:xfrm flipV="1">
              <a:off x="4340725" y="1635168"/>
              <a:ext cx="4752528" cy="21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95006" y="1614451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9047534" y="1612308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EventObject.vue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205658"/>
            <a:ext cx="7469049" cy="452431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&lt;div&gt;count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的值为：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{{ count }}&lt;/div&gt;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&lt;button @click="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addCount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"&gt;count+1&lt;/button&gt;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ref } from 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count = ref(1)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addCount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event =&gt;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count.value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++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if 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count.value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% 2 === 0) {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event.target.style.border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'3px dotted' } else {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event.target.style.border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'3px solid' }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32983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032983" y="4437906"/>
            <a:ext cx="1870428" cy="515997"/>
            <a:chOff x="1032983" y="4437906"/>
            <a:chExt cx="1870428" cy="515997"/>
          </a:xfrm>
        </p:grpSpPr>
        <p:sp>
          <p:nvSpPr>
            <p:cNvPr id="5" name="椭圆 4"/>
            <p:cNvSpPr/>
            <p:nvPr/>
          </p:nvSpPr>
          <p:spPr>
            <a:xfrm>
              <a:off x="2784934" y="4636665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" name="箭头: 五边形 31"/>
            <p:cNvSpPr/>
            <p:nvPr/>
          </p:nvSpPr>
          <p:spPr>
            <a:xfrm>
              <a:off x="1107710" y="4437906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2983" y="4465072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6716" y="2735672"/>
            <a:ext cx="7469049" cy="46166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EventObject.vue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295006" y="1612308"/>
            <a:ext cx="4798247" cy="47862"/>
            <a:chOff x="4295006" y="1612308"/>
            <a:chExt cx="4798247" cy="47862"/>
          </a:xfrm>
        </p:grpSpPr>
        <p:cxnSp>
          <p:nvCxnSpPr>
            <p:cNvPr id="24" name="直线连接符 8"/>
            <p:cNvCxnSpPr>
              <a:stCxn id="25" idx="6"/>
              <a:endCxn id="26" idx="6"/>
            </p:cNvCxnSpPr>
            <p:nvPr/>
          </p:nvCxnSpPr>
          <p:spPr>
            <a:xfrm flipV="1">
              <a:off x="4340725" y="1635168"/>
              <a:ext cx="4752528" cy="21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4295006" y="1614451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9047534" y="1612308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7" name="1"/>
          <p:cNvSpPr txBox="1"/>
          <p:nvPr>
            <p:custDataLst>
              <p:tags r:id="rId1"/>
            </p:custDataLst>
          </p:nvPr>
        </p:nvSpPr>
        <p:spPr>
          <a:xfrm>
            <a:off x="4461881" y="1095894"/>
            <a:ext cx="446449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演示事件对象的使用方法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053530"/>
            <a:ext cx="10134982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通过事件方法的参数获取事件对象的页面效果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1714449" y="2348072"/>
            <a:ext cx="8731243" cy="2316750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count+1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按钮后的页面效果如下图所示。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714449" y="2348072"/>
            <a:ext cx="8899885" cy="2377866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再次单击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count+1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按钮后的页面效果如下图所示。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1714449" y="2348072"/>
            <a:ext cx="8899885" cy="2377866"/>
          </a:xfrm>
          <a:prstGeom prst="rect">
            <a:avLst/>
          </a:prstGeom>
        </p:spPr>
      </p:pic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461881" y="1095894"/>
            <a:ext cx="446449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演示通过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$event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获取事件对象的方式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295006" y="1612308"/>
            <a:ext cx="4798247" cy="47862"/>
            <a:chOff x="4295006" y="1612308"/>
            <a:chExt cx="4798247" cy="47862"/>
          </a:xfrm>
        </p:grpSpPr>
        <p:cxnSp>
          <p:nvCxnSpPr>
            <p:cNvPr id="19" name="直线连接符 8"/>
            <p:cNvCxnSpPr>
              <a:stCxn id="20" idx="6"/>
              <a:endCxn id="21" idx="6"/>
            </p:cNvCxnSpPr>
            <p:nvPr/>
          </p:nvCxnSpPr>
          <p:spPr>
            <a:xfrm flipV="1">
              <a:off x="4340725" y="1635168"/>
              <a:ext cx="4752528" cy="21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95006" y="1614451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9047534" y="1612308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EventObject.vue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文件，编写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addCountN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586519"/>
            <a:ext cx="7469049" cy="300351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addCountN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(n, event) =&gt;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count.value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+= n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if 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count.value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% 2 === 0)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event.target.style.border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'3px dotted'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} else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event.target.style.border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'3px solid'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32983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032983" y="4437906"/>
            <a:ext cx="1870428" cy="515997"/>
            <a:chOff x="1032983" y="4437906"/>
            <a:chExt cx="1870428" cy="515997"/>
          </a:xfrm>
        </p:grpSpPr>
        <p:sp>
          <p:nvSpPr>
            <p:cNvPr id="5" name="椭圆 4"/>
            <p:cNvSpPr/>
            <p:nvPr/>
          </p:nvSpPr>
          <p:spPr>
            <a:xfrm>
              <a:off x="2784934" y="4636665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" name="箭头: 五边形 31"/>
            <p:cNvSpPr/>
            <p:nvPr/>
          </p:nvSpPr>
          <p:spPr>
            <a:xfrm>
              <a:off x="1107710" y="4437906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2983" y="4465072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修改页面结构代码，增加一个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6716" y="2735672"/>
            <a:ext cx="7469049" cy="41819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&lt;button @click="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addCountN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(3, $event)"&gt;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count+n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&lt;/button&gt;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295006" y="1612308"/>
            <a:ext cx="4798247" cy="47862"/>
            <a:chOff x="4295006" y="1612308"/>
            <a:chExt cx="4798247" cy="47862"/>
          </a:xfrm>
        </p:grpSpPr>
        <p:cxnSp>
          <p:nvCxnSpPr>
            <p:cNvPr id="24" name="直线连接符 8"/>
            <p:cNvCxnSpPr>
              <a:stCxn id="25" idx="6"/>
              <a:endCxn id="26" idx="6"/>
            </p:cNvCxnSpPr>
            <p:nvPr/>
          </p:nvCxnSpPr>
          <p:spPr>
            <a:xfrm flipV="1">
              <a:off x="4340725" y="1635168"/>
              <a:ext cx="4752528" cy="21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4295006" y="1614451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9047534" y="1612308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8" name="1"/>
          <p:cNvSpPr txBox="1"/>
          <p:nvPr>
            <p:custDataLst>
              <p:tags r:id="rId1"/>
            </p:custDataLst>
          </p:nvPr>
        </p:nvSpPr>
        <p:spPr>
          <a:xfrm>
            <a:off x="4461881" y="1095894"/>
            <a:ext cx="446449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演示通过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$event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获取事件对象的方式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053530"/>
            <a:ext cx="1013498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$event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获取事件对象的页面效果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714448" y="2348072"/>
            <a:ext cx="8799919" cy="2593890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单击“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count+n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按钮后的页面效果如下图所示。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1714449" y="2348072"/>
            <a:ext cx="8799920" cy="2593890"/>
          </a:xfrm>
          <a:prstGeom prst="rect">
            <a:avLst/>
          </a:prstGeom>
        </p:spPr>
      </p:pic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再次单击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count+n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按钮后的页面效果如下图所示。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714448" y="2357498"/>
            <a:ext cx="8899885" cy="2623356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事件修饰符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1009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事件修饰符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，能够阐述常见的事件修饰符</a:t>
            </a:r>
            <a:endParaRPr lang="en-US" alt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事件修饰符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云形标注 5"/>
          <p:cNvSpPr/>
          <p:nvPr/>
        </p:nvSpPr>
        <p:spPr>
          <a:xfrm>
            <a:off x="1917874" y="1501750"/>
            <a:ext cx="5257452" cy="24321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什么是事件修饰符？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720698" y="1456267"/>
            <a:ext cx="2650193" cy="420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事件修饰符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/>
          <p:cNvGrpSpPr/>
          <p:nvPr/>
        </p:nvGrpSpPr>
        <p:grpSpPr bwMode="auto">
          <a:xfrm>
            <a:off x="4943076" y="1701603"/>
            <a:ext cx="5804271" cy="3096344"/>
            <a:chOff x="3403597" y="2421470"/>
            <a:chExt cx="5040490" cy="4260328"/>
          </a:xfrm>
        </p:grpSpPr>
        <p:sp>
          <p:nvSpPr>
            <p:cNvPr id="5" name="圆角矩形标注 11"/>
            <p:cNvSpPr/>
            <p:nvPr/>
          </p:nvSpPr>
          <p:spPr bwMode="auto">
            <a:xfrm rot="5400000">
              <a:off x="3793678" y="2031389"/>
              <a:ext cx="4260328" cy="5040490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6" name="矩形 5"/>
            <p:cNvSpPr>
              <a:spLocks noChangeArrowheads="1"/>
            </p:cNvSpPr>
            <p:nvPr/>
          </p:nvSpPr>
          <p:spPr bwMode="auto">
            <a:xfrm>
              <a:off x="3746075" y="2937482"/>
              <a:ext cx="4439098" cy="3303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为了简化开发，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Vue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为开发者提供了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事件修饰符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，它可以与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v-on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配合使用，以便于对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事件进行控制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，让开发者更专注于逻辑。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事件修饰符用于修饰事件的行为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，写在事件名称之后，多个事件修饰符可以串联使用。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事件修饰符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696" y="1485578"/>
            <a:ext cx="3715858" cy="4006159"/>
          </a:xfrm>
          <a:prstGeom prst="rect">
            <a:avLst/>
          </a:prstGeom>
        </p:spPr>
      </p:pic>
      <p:sp>
        <p:nvSpPr>
          <p:cNvPr id="5" name="TextBox 38"/>
          <p:cNvSpPr txBox="1"/>
          <p:nvPr/>
        </p:nvSpPr>
        <p:spPr>
          <a:xfrm>
            <a:off x="5519142" y="1125538"/>
            <a:ext cx="5917966" cy="46166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事件修饰符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可以实现的一些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功能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阻止默认事件行为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阻止事件冒泡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事件捕获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使事件只触发一次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元素只有自身触发事件时才执行事件方法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监听滚动事件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捕获特定按键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捕获鼠标按键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事件修饰符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46734" y="4483054"/>
            <a:ext cx="8568952" cy="45890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&lt;a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href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="test.html"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v-on:click.prevent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阻止默认行为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&lt;/a&gt;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82800" y="1126039"/>
            <a:ext cx="4392488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阻止默认事件行为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829955" y="1911740"/>
            <a:ext cx="10521835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.prevent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事件修饰符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阻止默认事件行为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的功能。例如，在单击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标签时页面会自动跳转，这就是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标签的默认事件行为。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在实际开发中，如果默认事件行为与事件发生冲突，可以使用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.prevent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事件修饰符阻止默认事件行为，示例代码如下。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事件修饰符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10730" y="2421682"/>
            <a:ext cx="8568952" cy="424731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v-on:click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="show('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我是父元素的事件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')"&gt;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&lt;button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v-on:click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="show('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我是子元素的事件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')"&gt;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事件冒泡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&lt;/button&gt;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&lt;button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v-on:click.stop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="show('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我是子元素的事件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')"&gt;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阻止事件冒泡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&lt;/button&gt;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&lt;/div&gt;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let show = message =&gt; console.log(message)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82800" y="1126039"/>
            <a:ext cx="4392488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阻止事件冒泡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901963" y="1773610"/>
            <a:ext cx="10521835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.stop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事件修饰符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可以实现阻止事件冒泡的功能，示例代码如下。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事件修饰符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10730" y="2749778"/>
            <a:ext cx="8568952" cy="341632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v-on:click.capture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="show('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我是父元素的事件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')"&gt;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&lt;button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v-on:click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="show('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我是子元素的事件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')"&gt;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事件捕获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&lt;/button&gt;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&lt;/div&gt;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let show = message =&gt;  console.log(message)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82800" y="1126039"/>
            <a:ext cx="4392488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事件捕获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901963" y="1911740"/>
            <a:ext cx="10521835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.capture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事件修饰符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事件捕获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的功能，示例代码如下。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事件修饰符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10730" y="3037810"/>
            <a:ext cx="8568952" cy="29518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&lt;button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v-on:click.once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="show('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我是当前元素的单击事件且只执行一次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')"&gt;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只执行一次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&lt;/button&gt;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let show = message =&gt; console.log(message)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82800" y="1126039"/>
            <a:ext cx="4392488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使事件只触发一次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829955" y="1911740"/>
            <a:ext cx="10521835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.once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事件修饰符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可以实现使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事件只触发一次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的功能。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.once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事件修饰符用于阻止事件的多次触发，让事件只触发一次，示例代码如下。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事件修饰符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10730" y="2493690"/>
            <a:ext cx="8568952" cy="424731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v-on:click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="show('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我是祖先元素的事件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')"&gt;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祖先元素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v-on:click.self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="show('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我是父元素的事件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')"&gt;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父元素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v-on:click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="show('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我是子元素的事件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')"&gt;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子元素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&lt;/div&gt;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&lt;/div&gt;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let show = message =&gt; console.log(message)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82800" y="1126039"/>
            <a:ext cx="6336704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元素只有自身触发事件时才执行事件方法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685939" y="1663278"/>
            <a:ext cx="10521835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.self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事件修饰符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可以实现只有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元素自身触发事件时才执行事件方法的功能，示例代码如下。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事件修饰符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46734" y="4555062"/>
            <a:ext cx="8568952" cy="45890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v-on:scroll.passive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onScroll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"&gt;&lt;/div&gt;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829955" y="1911740"/>
            <a:ext cx="10521835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.passive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事件修饰符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监听滚动事件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的功能。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.passive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事件修饰符主要用于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优化移动端设备的滚屏性能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。添加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.passive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事件修饰符后会优先响应滚动事件而不是滚动事件的回调函数，从而可提升性能。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.passive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事件修饰符的示例代码如下。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82800" y="1126039"/>
            <a:ext cx="4392488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监听滚动事件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事件修饰符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1054646" y="1911740"/>
            <a:ext cx="10521835" cy="4508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提供了一些用于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修饰键盘事件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修饰符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，使用它们可以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捕获特定按键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，其中常用的修饰符如下。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.enter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：捕获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.esc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：捕获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Esc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.tab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：捕获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.delete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：捕获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Backspace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.ctrl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：捕获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Ctrl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.alt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：捕获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.shift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：捕获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Shift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.meta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MacOS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系统的键盘上捕获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command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键；在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系统的键盘上捕获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徽标键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82800" y="1126039"/>
            <a:ext cx="4392488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捕获特定按键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事件修饰符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10730" y="2637990"/>
            <a:ext cx="8568952" cy="258532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&lt;input type="text"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v-on:keyup.enter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="submit"&gt;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let submit = () =&gt; console.log('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捕获到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Enter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键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901963" y="1845618"/>
            <a:ext cx="10521835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接下来以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捕获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为例，演示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.enter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事件修饰符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的使用，示例代码如下。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事件修饰符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901963" y="1125538"/>
            <a:ext cx="10521835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如果想实现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只有按下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键时才能触发事件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.exact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修饰符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来实现，该修饰符允许控制由精确的系统修饰符组合触发的事件。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键被按下的时候才触发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10730" y="3618958"/>
            <a:ext cx="8568952" cy="45890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&lt;input type="text"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v-on:keyup.enter.exact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="submit"&gt;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事件修饰符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901963" y="1911740"/>
            <a:ext cx="10521835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中提供了一些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用于捕获鼠标按键的事件修饰符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，其中常用的修饰符如下。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.left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：捕获鼠标左键。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.middle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：捕获鼠标中键。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.right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：捕获鼠标右键。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82800" y="1126039"/>
            <a:ext cx="4392488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捕获鼠标按键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事件修饰符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10730" y="2421682"/>
            <a:ext cx="8568952" cy="258532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&lt;button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v-on:click.left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="show('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捕获到鼠标左键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')"&gt;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按钮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&lt;/button&gt;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let show = message =&gt; console.log(message)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1045979" y="1341562"/>
            <a:ext cx="10521835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接下来以捕获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鼠标左键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为例，演示鼠标按键修饰符的使用，示例代码如下。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事件修饰符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计算属性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1415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计算属性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，能够灵活运用计算属性实时监听数据的变化，当所依赖的数据发生变化时重新计算值</a:t>
            </a:r>
            <a:endParaRPr lang="en-US" alt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计算属性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云形标注 5"/>
          <p:cNvSpPr/>
          <p:nvPr/>
        </p:nvSpPr>
        <p:spPr>
          <a:xfrm>
            <a:off x="1917874" y="1501750"/>
            <a:ext cx="5257452" cy="24321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什么是计算属性？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720698" y="1456267"/>
            <a:ext cx="2650193" cy="420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计算属性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/>
          <p:cNvGrpSpPr/>
          <p:nvPr/>
        </p:nvGrpSpPr>
        <p:grpSpPr bwMode="auto">
          <a:xfrm>
            <a:off x="4943077" y="1701601"/>
            <a:ext cx="5804271" cy="3456385"/>
            <a:chOff x="3403598" y="2421468"/>
            <a:chExt cx="5040490" cy="4755717"/>
          </a:xfrm>
        </p:grpSpPr>
        <p:sp>
          <p:nvSpPr>
            <p:cNvPr id="5" name="圆角矩形标注 11"/>
            <p:cNvSpPr/>
            <p:nvPr/>
          </p:nvSpPr>
          <p:spPr bwMode="auto">
            <a:xfrm rot="5400000">
              <a:off x="3545984" y="2279082"/>
              <a:ext cx="4755717" cy="5040490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6" name="矩形 5"/>
            <p:cNvSpPr>
              <a:spLocks noChangeArrowheads="1"/>
            </p:cNvSpPr>
            <p:nvPr/>
          </p:nvSpPr>
          <p:spPr bwMode="auto">
            <a:xfrm>
              <a:off x="3746075" y="2867567"/>
              <a:ext cx="4439098" cy="3938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Vue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提供了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计算属性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来描述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依赖响应式数据的复杂逻辑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计算属性可以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实时监听数据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变化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，返回一个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计算后的新值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，并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将计算结果缓存起来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只有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计算属性中依赖的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数据源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变化了，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计算属性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才会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自动重新求值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，并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重新加入缓存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计算属性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268903" y="1291620"/>
            <a:ext cx="89289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在组件中使用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，分为以下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个步骤。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1"/>
            </p:custDataLst>
          </p:nvPr>
        </p:nvCxnSpPr>
        <p:spPr>
          <a:xfrm flipV="1">
            <a:off x="1918767" y="4389017"/>
            <a:ext cx="8352903" cy="201"/>
          </a:xfrm>
          <a:prstGeom prst="line">
            <a:avLst/>
          </a:prstGeom>
          <a:noFill/>
          <a:ln w="6350" cap="flat" cmpd="sng" algn="ctr">
            <a:solidFill>
              <a:srgbClr val="006BBC"/>
            </a:solidFill>
            <a:prstDash val="sysDash"/>
            <a:miter lim="800000"/>
          </a:ln>
          <a:effectLst/>
        </p:spPr>
      </p:cxnSp>
      <p:cxnSp>
        <p:nvCxnSpPr>
          <p:cNvPr id="19" name="直接箭头连接符 18"/>
          <p:cNvCxnSpPr/>
          <p:nvPr>
            <p:custDataLst>
              <p:tags r:id="rId2"/>
            </p:custDataLst>
          </p:nvPr>
        </p:nvCxnSpPr>
        <p:spPr>
          <a:xfrm flipV="1">
            <a:off x="3698301" y="3698528"/>
            <a:ext cx="0" cy="690489"/>
          </a:xfrm>
          <a:prstGeom prst="straightConnector1">
            <a:avLst/>
          </a:prstGeom>
          <a:noFill/>
          <a:ln w="6350" cap="flat" cmpd="sng" algn="ctr">
            <a:solidFill>
              <a:srgbClr val="1369B2"/>
            </a:solidFill>
            <a:prstDash val="sysDash"/>
            <a:miter lim="800000"/>
            <a:tailEnd type="triangle"/>
          </a:ln>
          <a:effectLst/>
        </p:spPr>
      </p:cxnSp>
      <p:sp>
        <p:nvSpPr>
          <p:cNvPr id="20" name="矩形 19"/>
          <p:cNvSpPr/>
          <p:nvPr>
            <p:custDataLst>
              <p:tags r:id="rId3"/>
            </p:custDataLst>
          </p:nvPr>
        </p:nvSpPr>
        <p:spPr>
          <a:xfrm>
            <a:off x="2424214" y="2565698"/>
            <a:ext cx="2548173" cy="1132833"/>
          </a:xfrm>
          <a:prstGeom prst="rect">
            <a:avLst/>
          </a:prstGeom>
          <a:solidFill>
            <a:srgbClr val="1369B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spc="150" dirty="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定义</a:t>
            </a:r>
            <a:endParaRPr lang="en-US" altLang="zh-CN" sz="2000" spc="150" dirty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 spc="150" dirty="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计算属性</a:t>
            </a:r>
            <a:endParaRPr lang="zh-CN" altLang="en-US" sz="2000" spc="150" dirty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21" name="直接箭头连接符 20"/>
          <p:cNvCxnSpPr/>
          <p:nvPr>
            <p:custDataLst>
              <p:tags r:id="rId4"/>
            </p:custDataLst>
          </p:nvPr>
        </p:nvCxnSpPr>
        <p:spPr>
          <a:xfrm flipV="1">
            <a:off x="8074588" y="3698528"/>
            <a:ext cx="0" cy="690489"/>
          </a:xfrm>
          <a:prstGeom prst="straightConnector1">
            <a:avLst/>
          </a:prstGeom>
          <a:noFill/>
          <a:ln w="6350" cap="flat" cmpd="sng" algn="ctr">
            <a:solidFill>
              <a:srgbClr val="1369B2"/>
            </a:solidFill>
            <a:prstDash val="sysDash"/>
            <a:miter lim="800000"/>
            <a:tailEnd type="triangle"/>
          </a:ln>
          <a:effectLst/>
        </p:spPr>
      </p:cxnSp>
      <p:sp>
        <p:nvSpPr>
          <p:cNvPr id="22" name="矩形 21"/>
          <p:cNvSpPr/>
          <p:nvPr>
            <p:custDataLst>
              <p:tags r:id="rId5"/>
            </p:custDataLst>
          </p:nvPr>
        </p:nvSpPr>
        <p:spPr>
          <a:xfrm>
            <a:off x="6953434" y="2568509"/>
            <a:ext cx="2548173" cy="1132833"/>
          </a:xfrm>
          <a:prstGeom prst="rect">
            <a:avLst/>
          </a:prstGeom>
          <a:solidFill>
            <a:srgbClr val="1369B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800" spc="150" dirty="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输出</a:t>
            </a:r>
            <a:endParaRPr lang="en-US" altLang="zh-CN" sz="1800" spc="150" dirty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800" spc="150" dirty="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计算属性</a:t>
            </a:r>
            <a:endParaRPr lang="zh-CN" altLang="en-US" sz="1800" spc="150" dirty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椭圆 24"/>
          <p:cNvSpPr/>
          <p:nvPr>
            <p:custDataLst>
              <p:tags r:id="rId6"/>
            </p:custDataLst>
          </p:nvPr>
        </p:nvSpPr>
        <p:spPr>
          <a:xfrm flipH="1">
            <a:off x="3545372" y="3890841"/>
            <a:ext cx="305863" cy="305863"/>
          </a:xfrm>
          <a:prstGeom prst="ellipse">
            <a:avLst/>
          </a:prstGeom>
          <a:solidFill>
            <a:srgbClr val="1369B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40000"/>
              </a:lnSpc>
            </a:pPr>
            <a:r>
              <a:rPr lang="en-US" sz="5600" dirty="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endParaRPr lang="en-US" sz="5600" dirty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椭圆 25"/>
          <p:cNvSpPr/>
          <p:nvPr>
            <p:custDataLst>
              <p:tags r:id="rId7"/>
            </p:custDataLst>
          </p:nvPr>
        </p:nvSpPr>
        <p:spPr>
          <a:xfrm flipH="1">
            <a:off x="7921658" y="3890841"/>
            <a:ext cx="305863" cy="305863"/>
          </a:xfrm>
          <a:prstGeom prst="ellipse">
            <a:avLst/>
          </a:prstGeom>
          <a:solidFill>
            <a:srgbClr val="1369B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altLang="zh-CN" sz="1400" dirty="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endParaRPr lang="en-US" altLang="zh-CN" sz="1400" dirty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计算属性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10730" y="3197650"/>
            <a:ext cx="8568952" cy="253640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computed } from 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计算属性名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computed(() =&gt; {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return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计算后的数据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901963" y="1911740"/>
            <a:ext cx="10521835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computed()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定义，该函数的参数为一个回调函数，开发者需要在回调函数中实现计算功能，并在计算完成后返回计算后的数据，语法格式如下。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82800" y="1126039"/>
            <a:ext cx="4392488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定义计算属性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计算属性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10730" y="3197650"/>
            <a:ext cx="8568952" cy="45890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{{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计算属性名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}}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901963" y="1911740"/>
            <a:ext cx="10521835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将计算属性定义好后，可以使用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Mustache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语法输出计算属性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，语法格式如下。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82800" y="1126039"/>
            <a:ext cx="4392488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输出计算属性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计算属性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461881" y="1095894"/>
            <a:ext cx="446449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演示计算属性的使用方法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295006" y="1612308"/>
            <a:ext cx="4798247" cy="47862"/>
            <a:chOff x="4295006" y="1612308"/>
            <a:chExt cx="4798247" cy="47862"/>
          </a:xfrm>
        </p:grpSpPr>
        <p:cxnSp>
          <p:nvCxnSpPr>
            <p:cNvPr id="19" name="直线连接符 8"/>
            <p:cNvCxnSpPr>
              <a:stCxn id="20" idx="6"/>
              <a:endCxn id="21" idx="6"/>
            </p:cNvCxnSpPr>
            <p:nvPr/>
          </p:nvCxnSpPr>
          <p:spPr>
            <a:xfrm flipV="1">
              <a:off x="4340725" y="1635168"/>
              <a:ext cx="4752528" cy="21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95006" y="1614451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9047534" y="1612308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Computed.vue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586519"/>
            <a:ext cx="7469049" cy="1895519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&lt;p&gt;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初始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message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{{ message }}&lt;/p&gt;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&lt;p&gt;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反转之后的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message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{{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reversedMessage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}}&lt;/p&gt;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&lt;button @click="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updateMessage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更改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&lt;/button&gt;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计算属性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461881" y="1095894"/>
            <a:ext cx="446449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演示计算属性的使用方法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295006" y="1612308"/>
            <a:ext cx="4798247" cy="47862"/>
            <a:chOff x="4295006" y="1612308"/>
            <a:chExt cx="4798247" cy="47862"/>
          </a:xfrm>
        </p:grpSpPr>
        <p:cxnSp>
          <p:nvCxnSpPr>
            <p:cNvPr id="19" name="直线连接符 8"/>
            <p:cNvCxnSpPr>
              <a:stCxn id="20" idx="6"/>
              <a:endCxn id="21" idx="6"/>
            </p:cNvCxnSpPr>
            <p:nvPr/>
          </p:nvCxnSpPr>
          <p:spPr>
            <a:xfrm flipV="1">
              <a:off x="4340725" y="1635168"/>
              <a:ext cx="4752528" cy="21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95006" y="1614451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9047534" y="1612308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&gt;&gt;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接上页代码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349674"/>
            <a:ext cx="7469049" cy="378565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ref, computed } from 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message = ref('Hello World')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reversedMessage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computed(() =&gt;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message.value.split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('').reverse().join('')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updateMessage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() =&gt;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message.value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'hello'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计算属性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32983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032983" y="4437906"/>
            <a:ext cx="1870428" cy="515997"/>
            <a:chOff x="1032983" y="4437906"/>
            <a:chExt cx="1870428" cy="515997"/>
          </a:xfrm>
        </p:grpSpPr>
        <p:sp>
          <p:nvSpPr>
            <p:cNvPr id="5" name="椭圆 4"/>
            <p:cNvSpPr/>
            <p:nvPr/>
          </p:nvSpPr>
          <p:spPr>
            <a:xfrm>
              <a:off x="2784934" y="4636665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" name="箭头: 五边形 31"/>
            <p:cNvSpPr/>
            <p:nvPr/>
          </p:nvSpPr>
          <p:spPr>
            <a:xfrm>
              <a:off x="1107710" y="4437906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2983" y="4465072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295006" y="1612308"/>
            <a:ext cx="4798247" cy="47862"/>
            <a:chOff x="4295006" y="1612308"/>
            <a:chExt cx="4798247" cy="47862"/>
          </a:xfrm>
        </p:grpSpPr>
        <p:cxnSp>
          <p:nvCxnSpPr>
            <p:cNvPr id="24" name="直线连接符 8"/>
            <p:cNvCxnSpPr>
              <a:stCxn id="25" idx="6"/>
              <a:endCxn id="26" idx="6"/>
            </p:cNvCxnSpPr>
            <p:nvPr/>
          </p:nvCxnSpPr>
          <p:spPr>
            <a:xfrm flipV="1">
              <a:off x="4340725" y="1635168"/>
              <a:ext cx="4752528" cy="21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4295006" y="1614451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9047534" y="1612308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7" name="1"/>
          <p:cNvSpPr txBox="1"/>
          <p:nvPr>
            <p:custDataLst>
              <p:tags r:id="rId1"/>
            </p:custDataLst>
          </p:nvPr>
        </p:nvSpPr>
        <p:spPr>
          <a:xfrm>
            <a:off x="4461881" y="1095894"/>
            <a:ext cx="446449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演示计算属性的使用方法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666716" y="2735672"/>
            <a:ext cx="7469049" cy="41819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Computed.vue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计算属性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1714448" y="2352933"/>
            <a:ext cx="8799919" cy="3381525"/>
          </a:xfrm>
          <a:prstGeom prst="rect">
            <a:avLst/>
          </a:prstGeom>
        </p:spPr>
      </p:pic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982638" y="1053530"/>
            <a:ext cx="10441160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通过计算属性实现的页面效果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计算属性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1" y="1269554"/>
            <a:ext cx="10134982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单击“更改”按钮后的页面效果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688378" y="2352932"/>
            <a:ext cx="8825989" cy="3391543"/>
          </a:xfrm>
          <a:prstGeom prst="rect">
            <a:avLst/>
          </a:prstGeom>
        </p:spPr>
      </p:pic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计算属性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侦听器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2.7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1009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侦听器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，能够灵活运用侦听器监听数据的变化并进行相应的操作</a:t>
            </a:r>
            <a:endParaRPr lang="en-US" alt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2.7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侦听器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云形标注 5"/>
          <p:cNvSpPr/>
          <p:nvPr/>
        </p:nvSpPr>
        <p:spPr>
          <a:xfrm>
            <a:off x="1917874" y="1501750"/>
            <a:ext cx="5257452" cy="24321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什么是侦听器？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720698" y="1456267"/>
            <a:ext cx="2650193" cy="420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2.7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侦听器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/>
          <p:cNvGrpSpPr/>
          <p:nvPr/>
        </p:nvGrpSpPr>
        <p:grpSpPr bwMode="auto">
          <a:xfrm>
            <a:off x="4943076" y="1701604"/>
            <a:ext cx="5804271" cy="3096344"/>
            <a:chOff x="3403597" y="2421471"/>
            <a:chExt cx="5040490" cy="4260328"/>
          </a:xfrm>
        </p:grpSpPr>
        <p:sp>
          <p:nvSpPr>
            <p:cNvPr id="5" name="圆角矩形标注 11"/>
            <p:cNvSpPr/>
            <p:nvPr/>
          </p:nvSpPr>
          <p:spPr bwMode="auto">
            <a:xfrm rot="5400000">
              <a:off x="3793678" y="2031390"/>
              <a:ext cx="4260328" cy="5040490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6" name="矩形 5"/>
            <p:cNvSpPr>
              <a:spLocks noChangeArrowheads="1"/>
            </p:cNvSpPr>
            <p:nvPr/>
          </p:nvSpPr>
          <p:spPr bwMode="auto">
            <a:xfrm>
              <a:off x="3746075" y="3255090"/>
              <a:ext cx="4439098" cy="26679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Vue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中，开发者可以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自定义方法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来进行数据的更新操作，但是不能自动监听数据的状态。如果想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在数据更新后进行相应的操作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，可以通过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侦听器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来实现。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2.7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侦听器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160193" y="2135761"/>
            <a:ext cx="8568952" cy="50783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watch(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侦听器的来源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回调函数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可选参数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972061" y="1269554"/>
            <a:ext cx="10521835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侦听器通过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watch()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函数定义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watch()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函数的语法格式如下。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/>
        </p:nvSpPr>
        <p:spPr bwMode="auto">
          <a:xfrm>
            <a:off x="973971" y="2891170"/>
            <a:ext cx="10521835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watch()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个参数，下面对这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个参数分别进行讲解。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个参数是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侦听器的来源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，侦听器的来源可以有以下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一个函数，返回一个值。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一个响应式数据。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一个响应式对象。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一个由以上类型的值组成的数组。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2.7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侦听器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/>
          <p:cNvSpPr txBox="1">
            <a:spLocks noChangeArrowheads="1"/>
          </p:cNvSpPr>
          <p:nvPr/>
        </p:nvSpPr>
        <p:spPr bwMode="auto">
          <a:xfrm>
            <a:off x="973971" y="1197546"/>
            <a:ext cx="10521835" cy="4739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个参数是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数据发生变化时要调用的回调函数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，这个回调函数的第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个参数表示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数据发生变化后的值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个参数表示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旧值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数据发生变化前的值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个参数是可选参数，它是一个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，该对象有以下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个常用选项。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deep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：默认情况下，当侦听一个对象时，如果对象中的属性值发生了变化，则无法被监听到。如果想监听到，可以将该选项设为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深度监听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。该选项的默认值为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，表示不使用该选项。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immediate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：默认情况下，组件在初次加载完毕后不会调用侦听器的回调函数，如果想让侦听器的回调函数立即被调用，则需要将选项设为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。该选项的默认值为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，表示不使用该选项。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2.7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侦听器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461881" y="1095894"/>
            <a:ext cx="446449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演示侦听器的使用方法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295006" y="1612308"/>
            <a:ext cx="4798247" cy="47862"/>
            <a:chOff x="4295006" y="1612308"/>
            <a:chExt cx="4798247" cy="47862"/>
          </a:xfrm>
        </p:grpSpPr>
        <p:cxnSp>
          <p:nvCxnSpPr>
            <p:cNvPr id="19" name="直线连接符 8"/>
            <p:cNvCxnSpPr>
              <a:stCxn id="20" idx="6"/>
              <a:endCxn id="21" idx="6"/>
            </p:cNvCxnSpPr>
            <p:nvPr/>
          </p:nvCxnSpPr>
          <p:spPr>
            <a:xfrm flipV="1">
              <a:off x="4340725" y="1635168"/>
              <a:ext cx="4752528" cy="21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95006" y="1614451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9047534" y="1612308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Watch.vue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380446"/>
            <a:ext cx="7469049" cy="378565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&lt;input type="text" v-model="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cityName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watch, ref } from 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cityName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ref('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beijing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watch(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cityName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newVal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oldVal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 =&gt;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console.log(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newVal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oldVal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2.7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侦听器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32983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032983" y="4437906"/>
            <a:ext cx="1870428" cy="515997"/>
            <a:chOff x="1032983" y="4437906"/>
            <a:chExt cx="1870428" cy="515997"/>
          </a:xfrm>
        </p:grpSpPr>
        <p:sp>
          <p:nvSpPr>
            <p:cNvPr id="5" name="椭圆 4"/>
            <p:cNvSpPr/>
            <p:nvPr/>
          </p:nvSpPr>
          <p:spPr>
            <a:xfrm>
              <a:off x="2784934" y="4636665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" name="箭头: 五边形 31"/>
            <p:cNvSpPr/>
            <p:nvPr/>
          </p:nvSpPr>
          <p:spPr>
            <a:xfrm>
              <a:off x="1107710" y="4437906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2983" y="4465072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295006" y="1612308"/>
            <a:ext cx="4798247" cy="47862"/>
            <a:chOff x="4295006" y="1612308"/>
            <a:chExt cx="4798247" cy="47862"/>
          </a:xfrm>
        </p:grpSpPr>
        <p:cxnSp>
          <p:nvCxnSpPr>
            <p:cNvPr id="24" name="直线连接符 8"/>
            <p:cNvCxnSpPr>
              <a:stCxn id="25" idx="6"/>
              <a:endCxn id="26" idx="6"/>
            </p:cNvCxnSpPr>
            <p:nvPr/>
          </p:nvCxnSpPr>
          <p:spPr>
            <a:xfrm flipV="1">
              <a:off x="4340725" y="1635168"/>
              <a:ext cx="4752528" cy="21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4295006" y="1614451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9047534" y="1612308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7" name="1"/>
          <p:cNvSpPr txBox="1"/>
          <p:nvPr>
            <p:custDataLst>
              <p:tags r:id="rId1"/>
            </p:custDataLst>
          </p:nvPr>
        </p:nvSpPr>
        <p:spPr>
          <a:xfrm>
            <a:off x="4461881" y="1095894"/>
            <a:ext cx="446449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演示侦听器的使用方法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666716" y="2735672"/>
            <a:ext cx="7469049" cy="46166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Watch.vue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2.7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侦听器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144800" y="1197546"/>
            <a:ext cx="10639037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在输入框中输入“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beijing123”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后的页面效果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1714447" y="2352933"/>
            <a:ext cx="8876251" cy="3237101"/>
          </a:xfrm>
          <a:prstGeom prst="rect">
            <a:avLst/>
          </a:prstGeom>
        </p:spPr>
      </p:pic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2.7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侦听器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样式绑定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1009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样式绑定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，能够灵活运用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v-bind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绑定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class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属性实现元素样式的设置</a:t>
            </a:r>
            <a:endParaRPr lang="en-US" alt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组合 17"/>
          <p:cNvGrpSpPr/>
          <p:nvPr/>
        </p:nvGrpSpPr>
        <p:grpSpPr bwMode="auto">
          <a:xfrm>
            <a:off x="5060043" y="1656666"/>
            <a:ext cx="5732263" cy="3429314"/>
            <a:chOff x="3403598" y="2536314"/>
            <a:chExt cx="5040490" cy="3800844"/>
          </a:xfrm>
        </p:grpSpPr>
        <p:sp>
          <p:nvSpPr>
            <p:cNvPr id="19" name="圆角矩形标注 11"/>
            <p:cNvSpPr/>
            <p:nvPr/>
          </p:nvSpPr>
          <p:spPr bwMode="auto">
            <a:xfrm rot="5400000">
              <a:off x="4023421" y="1916491"/>
              <a:ext cx="3800844" cy="5040490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0" name="矩形 5"/>
            <p:cNvSpPr>
              <a:spLocks noChangeArrowheads="1"/>
            </p:cNvSpPr>
            <p:nvPr/>
          </p:nvSpPr>
          <p:spPr bwMode="auto">
            <a:xfrm>
              <a:off x="3617339" y="2880655"/>
              <a:ext cx="4598579" cy="3112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Vue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中，通过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更改元素的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更改元素的样式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，而对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属性的操作可以通过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v-bind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来实现。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v-bind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绑定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属性时，可以将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属性值绑定为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字符串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数组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，下面分别进行讲解。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090095" y="2421682"/>
            <a:ext cx="8568952" cy="226485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v-bind:class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className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className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'box'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82800" y="1126039"/>
            <a:ext cx="3792220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属性值绑定为字符串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901963" y="1773610"/>
            <a:ext cx="10521835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属性值绑定为字符串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82083" y="5479217"/>
            <a:ext cx="8568952" cy="41819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 class="box"&gt;&lt;/div&gt;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793951" y="4831145"/>
            <a:ext cx="10521835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当上述代码运行后，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元素的渲染结果如下。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演示如何为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class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属性绑定字符串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9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ClassStr.vue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371154"/>
            <a:ext cx="7469049" cy="415498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v-bind:class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className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梦想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className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'box'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&lt;style&gt;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.box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border: 1px solid black;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&lt;/style&gt;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32983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032983" y="4437906"/>
            <a:ext cx="1870428" cy="515997"/>
            <a:chOff x="1032983" y="4437906"/>
            <a:chExt cx="1870428" cy="515997"/>
          </a:xfrm>
        </p:grpSpPr>
        <p:sp>
          <p:nvSpPr>
            <p:cNvPr id="5" name="椭圆 4"/>
            <p:cNvSpPr/>
            <p:nvPr/>
          </p:nvSpPr>
          <p:spPr>
            <a:xfrm>
              <a:off x="2784934" y="4636665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" name="箭头: 五边形 31"/>
            <p:cNvSpPr/>
            <p:nvPr/>
          </p:nvSpPr>
          <p:spPr>
            <a:xfrm>
              <a:off x="1107710" y="4437906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2983" y="4465072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6716" y="2735672"/>
            <a:ext cx="7469049" cy="46166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ClassStr.vue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6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1"/>
          <p:cNvSpPr txBox="1"/>
          <p:nvPr>
            <p:custDataLst>
              <p:tags r:id="rId1"/>
            </p:custDataLst>
          </p:nvPr>
        </p:nvSpPr>
        <p:spPr>
          <a:xfrm>
            <a:off x="4511030" y="1095894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演示如何为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class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属性绑定字符串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982638" y="1053530"/>
            <a:ext cx="1013498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属性绑定字符串的页面效果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1720800" y="2421682"/>
            <a:ext cx="8704449" cy="35283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82800" y="1126039"/>
            <a:ext cx="3792220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属性值绑定为对象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10730" y="3429794"/>
            <a:ext cx="8568952" cy="29518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v-bind:class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="{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className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isActive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}"&gt;&lt;/div&gt;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ref } from 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isActive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ref(true)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622598" y="1773610"/>
            <a:ext cx="10521835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中，可以将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，从而动态地改变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属性值。对象中包含的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类型，如果属性值为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类名生效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，否则类名不生效。将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属性值绑定为对象的示例代码如下。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34111" y="3416434"/>
            <a:ext cx="8568952" cy="87440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 class="className1"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v-bind:class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="{ className2: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isActive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}"&gt;&lt;/div&gt;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1045979" y="2768362"/>
            <a:ext cx="10521835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属性可以与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属性共存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126099" y="2003491"/>
            <a:ext cx="8568952" cy="45890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 class="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className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"&gt;&lt;/div&gt;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937967" y="1355419"/>
            <a:ext cx="10521835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运行上述代码后，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元素的渲染结果如下。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234111" y="5010195"/>
            <a:ext cx="8568952" cy="50783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 class="className1 className2"&gt;&lt;/div&gt;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extBox 35"/>
          <p:cNvSpPr txBox="1">
            <a:spLocks noChangeArrowheads="1"/>
          </p:cNvSpPr>
          <p:nvPr/>
        </p:nvSpPr>
        <p:spPr bwMode="auto">
          <a:xfrm>
            <a:off x="1045979" y="4362123"/>
            <a:ext cx="10521835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在上述代码中，当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isActive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元素的渲染结果如下。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973971" y="981522"/>
            <a:ext cx="10521835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属性时，如果不想将对象类型的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属性值直接写在模板中，可以将属性值定义成一个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或一个返回对象的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02718" y="2119793"/>
            <a:ext cx="8568952" cy="452431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v-bind:class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="classObject1"&gt;&lt;/div&gt;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v-bind:class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="classObject2"&gt;&lt;/div&gt;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reactive, ref, computed } from 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classObject1 = reactive({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className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true })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isActive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ref(true)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classObject2 = computed(() =&gt; ({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className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isActive.value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}))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2780980" y="2340236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6" name="箭头: 五边形 31"/>
          <p:cNvSpPr/>
          <p:nvPr/>
        </p:nvSpPr>
        <p:spPr>
          <a:xfrm>
            <a:off x="1107710" y="2141478"/>
            <a:ext cx="1638298" cy="515997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46375" y="2168644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1"/>
          <p:cNvSpPr txBox="1"/>
          <p:nvPr>
            <p:custDataLst>
              <p:tags r:id="rId1"/>
            </p:custDataLst>
          </p:nvPr>
        </p:nvSpPr>
        <p:spPr>
          <a:xfrm>
            <a:off x="3751875" y="1115322"/>
            <a:ext cx="561662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演示如何为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class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属性绑定对象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11915" y="1609578"/>
            <a:ext cx="4896544" cy="45722"/>
            <a:chOff x="4150990" y="1614449"/>
            <a:chExt cx="4896544" cy="45722"/>
          </a:xfrm>
        </p:grpSpPr>
        <p:cxnSp>
          <p:nvCxnSpPr>
            <p:cNvPr id="20" name="直线连接符 8"/>
            <p:cNvCxnSpPr>
              <a:stCxn id="21" idx="2"/>
              <a:endCxn id="22" idx="6"/>
            </p:cNvCxnSpPr>
            <p:nvPr/>
          </p:nvCxnSpPr>
          <p:spPr>
            <a:xfrm>
              <a:off x="4150990" y="1637309"/>
              <a:ext cx="4896544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4150990" y="1614449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9001815" y="1614452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ClassObject.vue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574926" y="2493690"/>
            <a:ext cx="7128792" cy="336739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pt-BR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pt-BR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class="text" v-bind:class="{ box: isBox, border: isBorder }"&gt;</a:t>
            </a:r>
            <a:endParaRPr lang="pt-BR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&lt;div v-bind:class="{ inner: isInner }"&gt;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春夏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</a:t>
            </a:r>
            <a:r>
              <a:rPr lang="pt-BR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div&gt;</a:t>
            </a:r>
            <a:endParaRPr lang="pt-BR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&lt;div v-bind:class="classObject"&gt;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秋冬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</a:t>
            </a:r>
            <a:r>
              <a:rPr lang="pt-BR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div&gt;</a:t>
            </a:r>
            <a:endParaRPr lang="pt-BR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&lt;div v-bind:class="classMeal"&gt;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三餐四季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~&lt;/</a:t>
            </a:r>
            <a:r>
              <a:rPr lang="pt-BR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div&gt;</a:t>
            </a:r>
            <a:endParaRPr lang="pt-BR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&lt;/div&gt;</a:t>
            </a:r>
            <a:endParaRPr lang="pt-BR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pt-BR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46375" y="5128369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46375" y="371782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2780980" y="2340236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6" name="箭头: 五边形 31"/>
          <p:cNvSpPr/>
          <p:nvPr/>
        </p:nvSpPr>
        <p:spPr>
          <a:xfrm>
            <a:off x="1107710" y="2141478"/>
            <a:ext cx="1638298" cy="515997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46375" y="2168644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1"/>
          <p:cNvSpPr txBox="1"/>
          <p:nvPr>
            <p:custDataLst>
              <p:tags r:id="rId1"/>
            </p:custDataLst>
          </p:nvPr>
        </p:nvSpPr>
        <p:spPr>
          <a:xfrm>
            <a:off x="3751875" y="1115322"/>
            <a:ext cx="561662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演示如何为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class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属性绑定对象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11915" y="1609578"/>
            <a:ext cx="4896544" cy="45722"/>
            <a:chOff x="4150990" y="1614449"/>
            <a:chExt cx="4896544" cy="45722"/>
          </a:xfrm>
        </p:grpSpPr>
        <p:cxnSp>
          <p:nvCxnSpPr>
            <p:cNvPr id="20" name="直线连接符 8"/>
            <p:cNvCxnSpPr>
              <a:stCxn id="21" idx="2"/>
              <a:endCxn id="22" idx="6"/>
            </p:cNvCxnSpPr>
            <p:nvPr/>
          </p:nvCxnSpPr>
          <p:spPr>
            <a:xfrm>
              <a:off x="4150990" y="1637309"/>
              <a:ext cx="4896544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4150990" y="1614449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9001815" y="1614452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&gt;&gt;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接上页代码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574926" y="2439387"/>
            <a:ext cx="7128792" cy="411151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pt-B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pt-B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ref, reactive, computed } from 'vue'</a:t>
            </a:r>
            <a:endParaRPr lang="pt-B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 isBox = ref(true)</a:t>
            </a:r>
            <a:endParaRPr lang="pt-B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 isBorder = ref(true)</a:t>
            </a:r>
            <a:endParaRPr lang="pt-B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 isInner = ref(true)</a:t>
            </a:r>
            <a:endParaRPr lang="pt-B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 isMeal = ref(true)</a:t>
            </a:r>
            <a:endParaRPr lang="pt-B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 classObject = reactive({ inner: true })</a:t>
            </a:r>
            <a:endParaRPr lang="pt-B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 classMeal = computed(() =&gt; ({</a:t>
            </a:r>
            <a:endParaRPr lang="pt-B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meal: isMeal.value</a:t>
            </a:r>
            <a:endParaRPr lang="pt-B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}))</a:t>
            </a:r>
            <a:endParaRPr lang="pt-B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pt-B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46375" y="5128369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46375" y="371782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箭头: 五边形 31"/>
          <p:cNvSpPr/>
          <p:nvPr/>
        </p:nvSpPr>
        <p:spPr>
          <a:xfrm>
            <a:off x="1107710" y="3705885"/>
            <a:ext cx="1638298" cy="515997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ClassObject.vue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定义页面所需的样式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30910" y="2252028"/>
            <a:ext cx="7128792" cy="378565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&lt;style&gt;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.text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text-align: center;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line-height: 30px;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.box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width: 100%;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background: linear-gradient(white,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rgb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(239, 250, 86));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.border {  border: 2px dotted black;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796102" y="3904644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111915" y="1609578"/>
            <a:ext cx="4896544" cy="45722"/>
            <a:chOff x="4150990" y="1614449"/>
            <a:chExt cx="4896544" cy="45722"/>
          </a:xfrm>
        </p:grpSpPr>
        <p:cxnSp>
          <p:nvCxnSpPr>
            <p:cNvPr id="10" name="直线连接符 8"/>
            <p:cNvCxnSpPr>
              <a:stCxn id="11" idx="2"/>
              <a:endCxn id="12" idx="6"/>
            </p:cNvCxnSpPr>
            <p:nvPr/>
          </p:nvCxnSpPr>
          <p:spPr>
            <a:xfrm>
              <a:off x="4150990" y="1637309"/>
              <a:ext cx="4896544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4150990" y="1614449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9001815" y="1614452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046375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46375" y="5128369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46375" y="3733051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1"/>
          <p:cNvSpPr txBox="1"/>
          <p:nvPr>
            <p:custDataLst>
              <p:tags r:id="rId1"/>
            </p:custDataLst>
          </p:nvPr>
        </p:nvSpPr>
        <p:spPr>
          <a:xfrm>
            <a:off x="3751875" y="1115322"/>
            <a:ext cx="561662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演示如何为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class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属性绑定对象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箭头: 五边形 31"/>
          <p:cNvSpPr/>
          <p:nvPr/>
        </p:nvSpPr>
        <p:spPr>
          <a:xfrm>
            <a:off x="1107710" y="3705885"/>
            <a:ext cx="1638298" cy="515997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&gt;&gt;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接上页代码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30910" y="2205658"/>
            <a:ext cx="7128792" cy="378565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inner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margin-top: 2px;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width: 100px; height: 30px;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border: 2px double black;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.meal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width: 100px; height: 30px;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border: 2px dashed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rgb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(120, 81, 227);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&lt;/style&gt;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796102" y="3904644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111915" y="1609578"/>
            <a:ext cx="4896544" cy="45722"/>
            <a:chOff x="4150990" y="1614449"/>
            <a:chExt cx="4896544" cy="45722"/>
          </a:xfrm>
        </p:grpSpPr>
        <p:cxnSp>
          <p:nvCxnSpPr>
            <p:cNvPr id="10" name="直线连接符 8"/>
            <p:cNvCxnSpPr>
              <a:stCxn id="11" idx="2"/>
              <a:endCxn id="12" idx="6"/>
            </p:cNvCxnSpPr>
            <p:nvPr/>
          </p:nvCxnSpPr>
          <p:spPr>
            <a:xfrm>
              <a:off x="4150990" y="1637309"/>
              <a:ext cx="4896544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4150990" y="1614449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9001815" y="1614452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046375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46375" y="5128369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46375" y="3733051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1"/>
          <p:cNvSpPr txBox="1"/>
          <p:nvPr>
            <p:custDataLst>
              <p:tags r:id="rId1"/>
            </p:custDataLst>
          </p:nvPr>
        </p:nvSpPr>
        <p:spPr>
          <a:xfrm>
            <a:off x="3751875" y="1115322"/>
            <a:ext cx="561662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演示如何为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class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属性绑定对象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箭头: 五边形 31"/>
          <p:cNvSpPr/>
          <p:nvPr/>
        </p:nvSpPr>
        <p:spPr>
          <a:xfrm>
            <a:off x="1108800" y="5101200"/>
            <a:ext cx="1638298" cy="515997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2780980" y="5299961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46375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46375" y="512836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46375" y="371782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1"/>
          <p:cNvSpPr txBox="1"/>
          <p:nvPr>
            <p:custDataLst>
              <p:tags r:id="rId1"/>
            </p:custDataLst>
          </p:nvPr>
        </p:nvSpPr>
        <p:spPr>
          <a:xfrm>
            <a:off x="3751875" y="1115322"/>
            <a:ext cx="561662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演示如何为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class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属性绑定对象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666716" y="2735672"/>
            <a:ext cx="7469049" cy="46166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ClassObject.vue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25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054646" y="1125538"/>
            <a:ext cx="1013498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属性绑定对象的页面效果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1720800" y="2421681"/>
            <a:ext cx="9191386" cy="3725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82800" y="1126039"/>
            <a:ext cx="3792220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属性值绑定为数组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10730" y="3086733"/>
            <a:ext cx="8568952" cy="336739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v-bind:class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="[className1, className2]"&gt;&lt;/div&gt;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ref } from 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className1 = ref('active')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className2 = ref('error')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622598" y="1629594"/>
            <a:ext cx="10521835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v-bind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指令中的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属性值除了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外，还可以是一个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用以动态地切换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，数组中的每个元素为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要绑定的类名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属性值绑定为数组的示例代码如下。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34111" y="3416434"/>
            <a:ext cx="8568952" cy="45890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v-bind:class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="[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isActive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? className1 : className2]"&gt;&lt;/div&gt;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1045979" y="2709714"/>
            <a:ext cx="10521835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如果想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有条件地切换列表中的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三元表达式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126099" y="2003491"/>
            <a:ext cx="8568952" cy="45890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 class="active error"&gt;&lt;/div&gt;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937967" y="1355419"/>
            <a:ext cx="10521835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运行上述代码后，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元素的渲染结果如下。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234111" y="4805019"/>
            <a:ext cx="8568952" cy="45890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v-bind:class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="[{ active: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isActive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}, className2]"&gt;&lt;/div&gt;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extBox 35"/>
          <p:cNvSpPr txBox="1">
            <a:spLocks noChangeArrowheads="1"/>
          </p:cNvSpPr>
          <p:nvPr/>
        </p:nvSpPr>
        <p:spPr bwMode="auto">
          <a:xfrm>
            <a:off x="1045979" y="4156947"/>
            <a:ext cx="10521835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有多个条件时，在数组语法中也可以使用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语法，示例代码如下。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2780980" y="2340236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6" name="箭头: 五边形 31"/>
          <p:cNvSpPr/>
          <p:nvPr/>
        </p:nvSpPr>
        <p:spPr>
          <a:xfrm>
            <a:off x="1107710" y="2141478"/>
            <a:ext cx="1638298" cy="515997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46375" y="2168644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1"/>
          <p:cNvSpPr txBox="1"/>
          <p:nvPr>
            <p:custDataLst>
              <p:tags r:id="rId1"/>
            </p:custDataLst>
          </p:nvPr>
        </p:nvSpPr>
        <p:spPr>
          <a:xfrm>
            <a:off x="3751875" y="1115322"/>
            <a:ext cx="561662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演示如何为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class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属性绑定数组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11915" y="1609578"/>
            <a:ext cx="4896544" cy="45722"/>
            <a:chOff x="4150990" y="1614449"/>
            <a:chExt cx="4896544" cy="45722"/>
          </a:xfrm>
        </p:grpSpPr>
        <p:cxnSp>
          <p:nvCxnSpPr>
            <p:cNvPr id="20" name="直线连接符 8"/>
            <p:cNvCxnSpPr>
              <a:stCxn id="21" idx="2"/>
              <a:endCxn id="22" idx="6"/>
            </p:cNvCxnSpPr>
            <p:nvPr/>
          </p:nvCxnSpPr>
          <p:spPr>
            <a:xfrm>
              <a:off x="4150990" y="1637309"/>
              <a:ext cx="4896544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4150990" y="1614449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9001815" y="1614452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3191233" y="1701602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ClassArray.vue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574926" y="2277666"/>
            <a:ext cx="7128792" cy="448084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pt-B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pt-B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v-bind:class="[activeClass, borderClass]"&gt;&lt;/div&gt;</a:t>
            </a:r>
            <a:endParaRPr lang="pt-B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v-bind:class="[isActive ? activeClass : '', borderClass]"&gt;&lt;/div&gt;</a:t>
            </a:r>
            <a:endParaRPr lang="pt-B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v-bind:class="[{ active: isActive }, borderClass]"&gt;&lt;/div&gt;</a:t>
            </a:r>
            <a:endParaRPr lang="pt-B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pt-B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pt-B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ref } from 'vue'</a:t>
            </a:r>
            <a:endParaRPr lang="pt-B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 isActive = ref(true)</a:t>
            </a:r>
            <a:endParaRPr lang="pt-B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 activeClass = ref('active')</a:t>
            </a:r>
            <a:endParaRPr lang="pt-B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 borderClass = ref('border')</a:t>
            </a:r>
            <a:endParaRPr lang="pt-B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pt-BR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pt-BR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46375" y="5128369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46375" y="371782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箭头: 五边形 31"/>
          <p:cNvSpPr/>
          <p:nvPr/>
        </p:nvSpPr>
        <p:spPr>
          <a:xfrm>
            <a:off x="1107710" y="3705885"/>
            <a:ext cx="1638298" cy="515997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91233" y="1701602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ClassArray.vue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定义页面所需的样式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30910" y="2252028"/>
            <a:ext cx="7128792" cy="415498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&lt;style&gt;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.active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width: 100px;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height: 10px;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margin-bottom: 2px;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background-color: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rgb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(59, 192, 241);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.border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border: 2px solid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rgb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(0, 0, 0);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&lt;/style&gt;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796102" y="3904644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111915" y="1609578"/>
            <a:ext cx="4896544" cy="45722"/>
            <a:chOff x="4150990" y="1614449"/>
            <a:chExt cx="4896544" cy="45722"/>
          </a:xfrm>
        </p:grpSpPr>
        <p:cxnSp>
          <p:nvCxnSpPr>
            <p:cNvPr id="10" name="直线连接符 8"/>
            <p:cNvCxnSpPr>
              <a:stCxn id="11" idx="2"/>
              <a:endCxn id="12" idx="6"/>
            </p:cNvCxnSpPr>
            <p:nvPr/>
          </p:nvCxnSpPr>
          <p:spPr>
            <a:xfrm>
              <a:off x="4150990" y="1637309"/>
              <a:ext cx="4896544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4150990" y="1614449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9001815" y="1614452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046375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46375" y="5128369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46375" y="3733051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1"/>
          <p:cNvSpPr txBox="1"/>
          <p:nvPr>
            <p:custDataLst>
              <p:tags r:id="rId1"/>
            </p:custDataLst>
          </p:nvPr>
        </p:nvSpPr>
        <p:spPr>
          <a:xfrm>
            <a:off x="3751875" y="1115322"/>
            <a:ext cx="561662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演示如何为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class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属性绑定数组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箭头: 五边形 31"/>
          <p:cNvSpPr/>
          <p:nvPr/>
        </p:nvSpPr>
        <p:spPr>
          <a:xfrm>
            <a:off x="1108800" y="5101200"/>
            <a:ext cx="1638298" cy="515997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2780980" y="5299961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46375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46375" y="512836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46375" y="371782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191233" y="1850050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666716" y="2735672"/>
            <a:ext cx="7469049" cy="46166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ClassArray.vue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25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8" name="1"/>
          <p:cNvSpPr txBox="1"/>
          <p:nvPr>
            <p:custDataLst>
              <p:tags r:id="rId1"/>
            </p:custDataLst>
          </p:nvPr>
        </p:nvSpPr>
        <p:spPr>
          <a:xfrm>
            <a:off x="3751875" y="1115322"/>
            <a:ext cx="561662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演示如何为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class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属性绑定数组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072792" y="1053530"/>
            <a:ext cx="1013498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属性绑定数组的页面效果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2.8.1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1720799" y="2421681"/>
            <a:ext cx="9245563" cy="25922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1009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样式绑定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，能够灵活运用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v-bind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绑定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style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属性实现元素样式的设置</a:t>
            </a:r>
            <a:endParaRPr lang="en-US" alt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2.8.2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style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组合 17"/>
          <p:cNvGrpSpPr/>
          <p:nvPr/>
        </p:nvGrpSpPr>
        <p:grpSpPr bwMode="auto">
          <a:xfrm>
            <a:off x="5060043" y="1656667"/>
            <a:ext cx="5732263" cy="3429314"/>
            <a:chOff x="3403598" y="2536315"/>
            <a:chExt cx="5040490" cy="3800844"/>
          </a:xfrm>
        </p:grpSpPr>
        <p:sp>
          <p:nvSpPr>
            <p:cNvPr id="19" name="圆角矩形标注 11"/>
            <p:cNvSpPr/>
            <p:nvPr/>
          </p:nvSpPr>
          <p:spPr bwMode="auto">
            <a:xfrm rot="5400000">
              <a:off x="4023421" y="1916492"/>
              <a:ext cx="3800844" cy="5040490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0" name="矩形 5"/>
            <p:cNvSpPr>
              <a:spLocks noChangeArrowheads="1"/>
            </p:cNvSpPr>
            <p:nvPr/>
          </p:nvSpPr>
          <p:spPr bwMode="auto">
            <a:xfrm>
              <a:off x="3617339" y="3136497"/>
              <a:ext cx="4598579" cy="2600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20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Vue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中，通过更改元素的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style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属性也可以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更改元素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，对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style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属性的操作也可以通过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v-bind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来实现。使用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v-bind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绑定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style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属性时，可以将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style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属性值绑定为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数组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，下面分别进行讲解。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2.8.2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style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10730" y="2781722"/>
            <a:ext cx="8568952" cy="378565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v-bind:style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="{ color: 'red', 'font-size': '30px' }"&gt;&lt;/div&gt;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v-bind:style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="{ color: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activeColor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fontSize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fontSize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+ 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px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 }"&gt;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ref } from 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activeColor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ref('red')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fontSize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ref(30)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82800" y="1126039"/>
            <a:ext cx="3792220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style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属性值绑定为对象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910630" y="1663278"/>
            <a:ext cx="10521835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。以对象语法绑定元素的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属性，示例代码如下。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2.8.2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style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901963" y="1125538"/>
            <a:ext cx="10521835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将对象直接定义在模板中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，还可以将对象定义在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&lt;script&gt;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中，示例代码如下。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02718" y="1948398"/>
            <a:ext cx="8568952" cy="378565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v-bind:style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styleObject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reactive } from 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styleObject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reactive({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color: 'red',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fontSize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'12px'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2.8.2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style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556749" y="1111790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演示如何为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style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属性绑定对象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9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StyleObject.vue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371154"/>
            <a:ext cx="7469049" cy="415498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&lt;!--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绑定样式属性值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--&gt;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v-bind:style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="{ 'background-color': pink, width: width, height: height + 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px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 }"&gt;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&lt;!--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三元表达式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--&gt;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&lt;div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v-bind:style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="{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backgroundColor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isBlue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? blue : 'black', width: '50px', height: '20px' }"&gt;&lt;/div&gt;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&lt;!--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绑定样式对象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--&gt;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&lt;div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v-bind:style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myDiv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2.8.2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style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556749" y="1111790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演示如何为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style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属性绑定对象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9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&gt;&gt;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接上页代码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349674"/>
            <a:ext cx="7469049" cy="415498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ref, reactive } from 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isBlue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ref(false)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blue = ref('blue')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pink = ref('pink')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width = ref('100%')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height = ref(40)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myDiv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reactive({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backgroundColor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'red',  width: '50px',  height: '20px'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2.8.2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style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32983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032983" y="4437906"/>
            <a:ext cx="1870428" cy="515997"/>
            <a:chOff x="1032983" y="4437906"/>
            <a:chExt cx="1870428" cy="515997"/>
          </a:xfrm>
        </p:grpSpPr>
        <p:sp>
          <p:nvSpPr>
            <p:cNvPr id="5" name="椭圆 4"/>
            <p:cNvSpPr/>
            <p:nvPr/>
          </p:nvSpPr>
          <p:spPr>
            <a:xfrm>
              <a:off x="2784934" y="4636665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" name="箭头: 五边形 31"/>
            <p:cNvSpPr/>
            <p:nvPr/>
          </p:nvSpPr>
          <p:spPr>
            <a:xfrm>
              <a:off x="1107710" y="4437906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2983" y="4465072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286894" y="1850050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6716" y="2735672"/>
            <a:ext cx="7469049" cy="41819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StyleObject.vue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6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2.8.2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style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1"/>
          <p:cNvSpPr txBox="1"/>
          <p:nvPr>
            <p:custDataLst>
              <p:tags r:id="rId1"/>
            </p:custDataLst>
          </p:nvPr>
        </p:nvSpPr>
        <p:spPr>
          <a:xfrm>
            <a:off x="4556749" y="1111790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演示如何为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style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属性绑定对象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1720800" y="2421682"/>
            <a:ext cx="8704449" cy="4073541"/>
          </a:xfrm>
          <a:prstGeom prst="rect">
            <a:avLst/>
          </a:prstGeom>
        </p:spPr>
      </p:pic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216808" y="1125538"/>
            <a:ext cx="1013498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属性绑定对象的页面效果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2.8.2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style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82800" y="1126039"/>
            <a:ext cx="3792220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style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属性绑定为数组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090095" y="2925738"/>
            <a:ext cx="8568952" cy="45890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v-bind:style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="[classObj1, classObj2]"&gt;&lt;/div&gt;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901963" y="2048075"/>
            <a:ext cx="10521835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属性绑定为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，可以实现将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多个样式应用到同一个元素上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2.8.2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style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/>
        </p:nvSpPr>
        <p:spPr bwMode="auto">
          <a:xfrm>
            <a:off x="901963" y="3661868"/>
            <a:ext cx="10521835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在上述代码中，数组中的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每一个元素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都是一个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classObj1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classObj2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，对象中包含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属性名和属性值。每个对象需要在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&lt;script&gt;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1"/>
          <p:cNvSpPr txBox="1"/>
          <p:nvPr>
            <p:custDataLst>
              <p:tags r:id="rId1"/>
            </p:custDataLst>
          </p:nvPr>
        </p:nvSpPr>
        <p:spPr>
          <a:xfrm>
            <a:off x="4556749" y="1111790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演示如何为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class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属性绑定数组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9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\components\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StyleArray.vue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349674"/>
            <a:ext cx="7469049" cy="341632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&lt;!--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使用数组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--&gt;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v-bind:style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="[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activeClass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borderClass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]"&gt;&lt;/div&gt;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&lt;!--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使用三元表达式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--&gt;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v-bind:style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="[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isActive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?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activeClass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: '',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borderClass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]"&gt;&lt;/div&gt;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&lt;!--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数组语法中使用对象语法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--&gt;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v-bind:style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="[{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backgroundColor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rgb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(59, 192, 241)', height: '10px' },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borderClass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]"&gt;&lt;/div&gt;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&lt;/template&gt;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2.8.2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style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32983" y="2141478"/>
            <a:ext cx="1866474" cy="515997"/>
            <a:chOff x="1032983" y="2141478"/>
            <a:chExt cx="1866474" cy="515997"/>
          </a:xfrm>
        </p:grpSpPr>
        <p:sp>
          <p:nvSpPr>
            <p:cNvPr id="9" name="椭圆 8"/>
            <p:cNvSpPr/>
            <p:nvPr/>
          </p:nvSpPr>
          <p:spPr>
            <a:xfrm>
              <a:off x="2780980" y="2340236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1" name="箭头: 五边形 31"/>
            <p:cNvSpPr/>
            <p:nvPr/>
          </p:nvSpPr>
          <p:spPr>
            <a:xfrm>
              <a:off x="110771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2983" y="2168644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9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32983" y="4437906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&gt;&gt;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接上页代码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46934" y="2349674"/>
            <a:ext cx="7469049" cy="415498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setup&gt;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ref, reactive } from 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isActive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ref(true)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activeClass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reactive({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height: '10px',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backgroundColor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rgb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(59, 192, 241)'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})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borderClass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reactive({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border: '2px solid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rgb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(0, 0, 0)'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})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2.8.2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style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1"/>
          <p:cNvSpPr txBox="1"/>
          <p:nvPr>
            <p:custDataLst>
              <p:tags r:id="rId1"/>
            </p:custDataLst>
          </p:nvPr>
        </p:nvSpPr>
        <p:spPr>
          <a:xfrm>
            <a:off x="4556749" y="1111790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演示如何为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class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属性绑定数组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7"/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32983" y="21686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032983" y="4437906"/>
            <a:ext cx="1870428" cy="515997"/>
            <a:chOff x="1032983" y="4437906"/>
            <a:chExt cx="1870428" cy="515997"/>
          </a:xfrm>
        </p:grpSpPr>
        <p:sp>
          <p:nvSpPr>
            <p:cNvPr id="5" name="椭圆 4"/>
            <p:cNvSpPr/>
            <p:nvPr/>
          </p:nvSpPr>
          <p:spPr>
            <a:xfrm>
              <a:off x="2784934" y="4636665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" name="箭头: 五边形 31"/>
            <p:cNvSpPr/>
            <p:nvPr/>
          </p:nvSpPr>
          <p:spPr>
            <a:xfrm>
              <a:off x="1107710" y="4437906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2983" y="4465072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\main.js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6716" y="2735672"/>
            <a:ext cx="7469049" cy="46166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App from './components/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StyleArray.vue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6" name="直线连接符 8"/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2.8.2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style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1"/>
          <p:cNvSpPr txBox="1"/>
          <p:nvPr>
            <p:custDataLst>
              <p:tags r:id="rId1"/>
            </p:custDataLst>
          </p:nvPr>
        </p:nvSpPr>
        <p:spPr>
          <a:xfrm>
            <a:off x="4556749" y="1111790"/>
            <a:ext cx="424847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演示如何为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class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属性绑定数组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1072792" y="1125538"/>
            <a:ext cx="1013498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保存上述代码后，在浏览器中访问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http://127.0.0.1:5173/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属性绑定数组的页面效果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2.8.2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style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4025" y="3330353"/>
            <a:ext cx="5182362" cy="198882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2802026" y="2299710"/>
            <a:ext cx="6965588" cy="4082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7309664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阶段案例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学习计划表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2.9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1009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学习计划表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，能够实现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学习计划表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的开发</a:t>
            </a:r>
            <a:endParaRPr lang="en-US" alt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0" y="266995"/>
            <a:ext cx="4375451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2.9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阶段案例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学习计划表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组合 17"/>
          <p:cNvGrpSpPr/>
          <p:nvPr/>
        </p:nvGrpSpPr>
        <p:grpSpPr bwMode="auto">
          <a:xfrm>
            <a:off x="4943078" y="2349674"/>
            <a:ext cx="5804271" cy="1872208"/>
            <a:chOff x="3403599" y="2421469"/>
            <a:chExt cx="5040490" cy="2216569"/>
          </a:xfrm>
        </p:grpSpPr>
        <p:sp>
          <p:nvSpPr>
            <p:cNvPr id="19" name="圆角矩形标注 11"/>
            <p:cNvSpPr/>
            <p:nvPr/>
          </p:nvSpPr>
          <p:spPr bwMode="auto">
            <a:xfrm rot="5400000">
              <a:off x="4815559" y="1009509"/>
              <a:ext cx="2216569" cy="5040490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0" name="矩形 5"/>
            <p:cNvSpPr>
              <a:spLocks noChangeArrowheads="1"/>
            </p:cNvSpPr>
            <p:nvPr/>
          </p:nvSpPr>
          <p:spPr bwMode="auto">
            <a:xfrm>
              <a:off x="3746075" y="2655225"/>
              <a:ext cx="4439098" cy="17490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“学习计划表”用于对学习计划进行管理，包括对学习计划进行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修改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等操作。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0" y="266995"/>
            <a:ext cx="4375451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2.9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阶段案例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学习计划表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对角圆角 1"/>
          <p:cNvSpPr/>
          <p:nvPr/>
        </p:nvSpPr>
        <p:spPr>
          <a:xfrm>
            <a:off x="982662" y="1845618"/>
            <a:ext cx="10195148" cy="1087671"/>
          </a:xfrm>
          <a:prstGeom prst="round2Diag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336514" y="1881622"/>
            <a:ext cx="94874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当“学习计划表”案例打开后，页面中会展示学生的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学习计划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学习科目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学习内容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学习地点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完成状态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06842" y="1126039"/>
            <a:ext cx="3792220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初始页面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982662" y="3281926"/>
          <a:ext cx="10195148" cy="2848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Visio" r:id="rId1" imgW="11130280" imgH="3116580" progId="Visio.Drawing.15">
                  <p:embed/>
                </p:oleObj>
              </mc:Choice>
              <mc:Fallback>
                <p:oleObj name="Visio" r:id="rId1" imgW="11130280" imgH="311658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662" y="3281926"/>
                        <a:ext cx="10195148" cy="28486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/>
          <p:cNvSpPr txBox="1"/>
          <p:nvPr/>
        </p:nvSpPr>
        <p:spPr>
          <a:xfrm>
            <a:off x="1143690" y="266995"/>
            <a:ext cx="4375451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2.9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阶段案例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学习计划表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对角圆角 1"/>
          <p:cNvSpPr/>
          <p:nvPr/>
        </p:nvSpPr>
        <p:spPr>
          <a:xfrm>
            <a:off x="982662" y="1845618"/>
            <a:ext cx="10195148" cy="4176464"/>
          </a:xfrm>
          <a:prstGeom prst="round2Diag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414686" y="2041024"/>
            <a:ext cx="948744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页面上半部分为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卡片区域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，包含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标题区域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表单区域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。其中，标题区域中展示标题为“学习计划表”，表单区域中可以根据实际情况输入学习科目、学习内容、学习地点等内容，学习地点有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个选项，包括自习室、图书馆、宿舍，单击“添加”按钮即可添加学习计划，默认添加完成状态为“未完成”。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页面下半部分为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表格区域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展示学习计划列表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。在表单区域中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表格区域中展示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。学生可以在表格区域更改学习计划的完成状态为“已完成”或者“未完成”。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06842" y="1126039"/>
            <a:ext cx="3792220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初始页面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4375451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2.9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阶段案例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学习计划表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对角圆角 1"/>
          <p:cNvSpPr/>
          <p:nvPr/>
        </p:nvSpPr>
        <p:spPr>
          <a:xfrm>
            <a:off x="982662" y="1845618"/>
            <a:ext cx="10195148" cy="1087671"/>
          </a:xfrm>
          <a:prstGeom prst="round2Diag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336514" y="1908809"/>
            <a:ext cx="94874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在表单区域中输入学习计划，学习科目为“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，学习内容为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“运算符”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，学习地点为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“图书馆”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，单击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“添加”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按钮之后的页面效果如下图所示。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06842" y="1126039"/>
            <a:ext cx="4512300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添加学习计划页面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1918742" y="3149313"/>
            <a:ext cx="8788445" cy="3304817"/>
          </a:xfrm>
          <a:prstGeom prst="rect">
            <a:avLst/>
          </a:prstGeom>
        </p:spPr>
      </p:pic>
      <p:sp>
        <p:nvSpPr>
          <p:cNvPr id="10" name="Title 1"/>
          <p:cNvSpPr txBox="1"/>
          <p:nvPr/>
        </p:nvSpPr>
        <p:spPr>
          <a:xfrm>
            <a:off x="1143690" y="266995"/>
            <a:ext cx="4375451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2.9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阶段案例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学习计划表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对角圆角 1"/>
          <p:cNvSpPr/>
          <p:nvPr/>
        </p:nvSpPr>
        <p:spPr>
          <a:xfrm>
            <a:off x="982662" y="1845618"/>
            <a:ext cx="10195148" cy="617189"/>
          </a:xfrm>
          <a:prstGeom prst="round2Diag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336514" y="1877213"/>
            <a:ext cx="948744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将学习计划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的完成状态更改为“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”的页面效果如下图所示。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06842" y="1126039"/>
            <a:ext cx="6024468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修改学习计划完成状态的页面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1752368" y="2748514"/>
            <a:ext cx="8705345" cy="3273568"/>
          </a:xfrm>
          <a:prstGeom prst="rect">
            <a:avLst/>
          </a:prstGeom>
        </p:spPr>
      </p:pic>
      <p:sp>
        <p:nvSpPr>
          <p:cNvPr id="10" name="Title 1"/>
          <p:cNvSpPr txBox="1"/>
          <p:nvPr/>
        </p:nvSpPr>
        <p:spPr>
          <a:xfrm>
            <a:off x="1143690" y="266995"/>
            <a:ext cx="4375451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2.9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阶段案例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学习计划表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982662" y="2493690"/>
            <a:ext cx="10195148" cy="1440160"/>
            <a:chOff x="982662" y="1845618"/>
            <a:chExt cx="10195148" cy="1440160"/>
          </a:xfrm>
        </p:grpSpPr>
        <p:sp>
          <p:nvSpPr>
            <p:cNvPr id="9" name="矩形: 对角圆角 1"/>
            <p:cNvSpPr/>
            <p:nvPr/>
          </p:nvSpPr>
          <p:spPr>
            <a:xfrm>
              <a:off x="982662" y="1845618"/>
              <a:ext cx="10195148" cy="1440160"/>
            </a:xfrm>
            <a:prstGeom prst="round2Diag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336514" y="2057867"/>
              <a:ext cx="948744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当学习计划处于“已完成”状态时，学生可以对学习计划进行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操作，否则不能进行删除操作。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1006842" y="1126039"/>
            <a:ext cx="3792220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删除学习计划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266995"/>
            <a:ext cx="4375451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2.9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阶段案例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学习计划表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圆角矩形 26"/>
          <p:cNvSpPr/>
          <p:nvPr/>
        </p:nvSpPr>
        <p:spPr>
          <a:xfrm>
            <a:off x="1198880" y="1810385"/>
            <a:ext cx="9794240" cy="2987561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5" name="TextBox 38"/>
          <p:cNvSpPr txBox="1"/>
          <p:nvPr/>
        </p:nvSpPr>
        <p:spPr>
          <a:xfrm>
            <a:off x="1595500" y="2565698"/>
            <a:ext cx="9001000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本章主要讲解了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Vue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的基础知识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，内容主要包括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单文件组件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数据绑定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指令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事件对象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事件修饰符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计算属性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侦听器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样式绑定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，最后运用本章所学知识完成“学习计划表”案例的开发。通过本章的学习，读者应掌握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的基本语法，能够使用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完成一些简单程序的编写。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42023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13905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85787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657669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PA" val="v5.2.7"/>
  <p:tag name="RESOURCELIBID_ANIM" val="460"/>
</p:tagLst>
</file>

<file path=ppt/tags/tag2.xml><?xml version="1.0" encoding="utf-8"?>
<p:tagLst xmlns:p="http://schemas.openxmlformats.org/presentationml/2006/main">
  <p:tag name="PA" val="v5.2.7"/>
  <p:tag name="RESOURCELIBID_ANIM" val="460"/>
</p:tagLst>
</file>

<file path=ppt/tags/tag3.xml><?xml version="1.0" encoding="utf-8"?>
<p:tagLst xmlns:p="http://schemas.openxmlformats.org/presentationml/2006/main">
  <p:tag name="PA" val="v5.2.7"/>
  <p:tag name="RESOURCELIBID_ANIM" val="460"/>
</p:tagLst>
</file>

<file path=ppt/tags/tag4.xml><?xml version="1.0" encoding="utf-8"?>
<p:tagLst xmlns:p="http://schemas.openxmlformats.org/presentationml/2006/main">
  <p:tag name="PA" val="v5.2.7"/>
  <p:tag name="RESOURCELIBID_ANIM" val="460"/>
</p:tagLst>
</file>

<file path=ppt/tags/tag5.xml><?xml version="1.0" encoding="utf-8"?>
<p:tagLst xmlns:p="http://schemas.openxmlformats.org/presentationml/2006/main">
  <p:tag name="PA" val="v5.2.7"/>
  <p:tag name="RESOURCELIBID_ANIM" val="460"/>
</p:tagLst>
</file>

<file path=ppt/tags/tag6.xml><?xml version="1.0" encoding="utf-8"?>
<p:tagLst xmlns:p="http://schemas.openxmlformats.org/presentationml/2006/main">
  <p:tag name="PA" val="v5.2.7"/>
  <p:tag name="RESOURCELIBID_ANIM" val="460"/>
</p:tagLst>
</file>

<file path=ppt/tags/tag7.xml><?xml version="1.0" encoding="utf-8"?>
<p:tagLst xmlns:p="http://schemas.openxmlformats.org/presentationml/2006/main">
  <p:tag name="PA" val="v5.2.7"/>
  <p:tag name="RESOURCELIBID_ANIM" val="460"/>
</p:tagLst>
</file>

<file path=ppt/tags/tag8.xml><?xml version="1.0" encoding="utf-8"?>
<p:tagLst xmlns:p="http://schemas.openxmlformats.org/presentationml/2006/main">
  <p:tag name="PA" val="v5.2.7"/>
  <p:tag name="RESOURCELIBID_ANIM" val="460"/>
</p:tagLst>
</file>

<file path=ppt/tags/tag9.xml><?xml version="1.0" encoding="utf-8"?>
<p:tagLst xmlns:p="http://schemas.openxmlformats.org/presentationml/2006/main">
  <p:tag name="PA" val="v5.2.7"/>
  <p:tag name="RESOURCELIBID_ANIM" val="460"/>
</p:tagLst>
</file>

<file path=ppt/tags/tag10.xml><?xml version="1.0" encoding="utf-8"?>
<p:tagLst xmlns:p="http://schemas.openxmlformats.org/presentationml/2006/main">
  <p:tag name="PA" val="v5.2.7"/>
  <p:tag name="RESOURCELIBID_ANIM" val="460"/>
</p:tagLst>
</file>

<file path=ppt/tags/tag11.xml><?xml version="1.0" encoding="utf-8"?>
<p:tagLst xmlns:p="http://schemas.openxmlformats.org/presentationml/2006/main">
  <p:tag name="PA" val="v5.2.7"/>
  <p:tag name="RESOURCELIBID_ANIM" val="460"/>
</p:tagLst>
</file>

<file path=ppt/tags/tag12.xml><?xml version="1.0" encoding="utf-8"?>
<p:tagLst xmlns:p="http://schemas.openxmlformats.org/presentationml/2006/main">
  <p:tag name="PA" val="v5.2.7"/>
  <p:tag name="RESOURCELIBID_ANIM" val="460"/>
</p:tagLst>
</file>

<file path=ppt/tags/tag13.xml><?xml version="1.0" encoding="utf-8"?>
<p:tagLst xmlns:p="http://schemas.openxmlformats.org/presentationml/2006/main">
  <p:tag name="PA" val="v5.2.7"/>
  <p:tag name="RESOURCELIBID_ANIM" val="460"/>
</p:tagLst>
</file>

<file path=ppt/tags/tag14.xml><?xml version="1.0" encoding="utf-8"?>
<p:tagLst xmlns:p="http://schemas.openxmlformats.org/presentationml/2006/main">
  <p:tag name="PA" val="v5.2.7"/>
  <p:tag name="RESOURCELIBID_ANIM" val="460"/>
</p:tagLst>
</file>

<file path=ppt/tags/tag15.xml><?xml version="1.0" encoding="utf-8"?>
<p:tagLst xmlns:p="http://schemas.openxmlformats.org/presentationml/2006/main">
  <p:tag name="PA" val="v5.2.7"/>
  <p:tag name="RESOURCELIBID_ANIM" val="460"/>
</p:tagLst>
</file>

<file path=ppt/tags/tag16.xml><?xml version="1.0" encoding="utf-8"?>
<p:tagLst xmlns:p="http://schemas.openxmlformats.org/presentationml/2006/main">
  <p:tag name="PA" val="v5.2.7"/>
  <p:tag name="RESOURCELIBID_ANIM" val="460"/>
</p:tagLst>
</file>

<file path=ppt/tags/tag17.xml><?xml version="1.0" encoding="utf-8"?>
<p:tagLst xmlns:p="http://schemas.openxmlformats.org/presentationml/2006/main">
  <p:tag name="PA" val="v5.2.7"/>
  <p:tag name="RESOURCELIBID_ANIM" val="460"/>
</p:tagLst>
</file>

<file path=ppt/tags/tag18.xml><?xml version="1.0" encoding="utf-8"?>
<p:tagLst xmlns:p="http://schemas.openxmlformats.org/presentationml/2006/main">
  <p:tag name="PA" val="v5.2.7"/>
  <p:tag name="RESOURCELIBID_ANIM" val="460"/>
</p:tagLst>
</file>

<file path=ppt/tags/tag19.xml><?xml version="1.0" encoding="utf-8"?>
<p:tagLst xmlns:p="http://schemas.openxmlformats.org/presentationml/2006/main">
  <p:tag name="PA" val="v5.2.7"/>
  <p:tag name="RESOURCELIBID_ANIM" val="460"/>
</p:tagLst>
</file>

<file path=ppt/tags/tag20.xml><?xml version="1.0" encoding="utf-8"?>
<p:tagLst xmlns:p="http://schemas.openxmlformats.org/presentationml/2006/main">
  <p:tag name="PA" val="v5.2.7"/>
  <p:tag name="RESOURCELIBID_ANIM" val="460"/>
</p:tagLst>
</file>

<file path=ppt/tags/tag21.xml><?xml version="1.0" encoding="utf-8"?>
<p:tagLst xmlns:p="http://schemas.openxmlformats.org/presentationml/2006/main">
  <p:tag name="PA" val="v5.2.7"/>
  <p:tag name="RESOURCELIBID_ANIM" val="460"/>
</p:tagLst>
</file>

<file path=ppt/tags/tag22.xml><?xml version="1.0" encoding="utf-8"?>
<p:tagLst xmlns:p="http://schemas.openxmlformats.org/presentationml/2006/main">
  <p:tag name="PA" val="v5.2.7"/>
  <p:tag name="RESOURCELIBID_ANIM" val="460"/>
</p:tagLst>
</file>

<file path=ppt/tags/tag23.xml><?xml version="1.0" encoding="utf-8"?>
<p:tagLst xmlns:p="http://schemas.openxmlformats.org/presentationml/2006/main">
  <p:tag name="PA" val="v5.2.7"/>
  <p:tag name="RESOURCELIBID_ANIM" val="460"/>
</p:tagLst>
</file>

<file path=ppt/tags/tag24.xml><?xml version="1.0" encoding="utf-8"?>
<p:tagLst xmlns:p="http://schemas.openxmlformats.org/presentationml/2006/main">
  <p:tag name="PA" val="v5.2.7"/>
  <p:tag name="RESOURCELIBID_ANIM" val="460"/>
</p:tagLst>
</file>

<file path=ppt/tags/tag25.xml><?xml version="1.0" encoding="utf-8"?>
<p:tagLst xmlns:p="http://schemas.openxmlformats.org/presentationml/2006/main">
  <p:tag name="PA" val="v5.2.7"/>
  <p:tag name="RESOURCELIBID_ANIM" val="460"/>
</p:tagLst>
</file>

<file path=ppt/tags/tag26.xml><?xml version="1.0" encoding="utf-8"?>
<p:tagLst xmlns:p="http://schemas.openxmlformats.org/presentationml/2006/main">
  <p:tag name="PA" val="v5.2.7"/>
  <p:tag name="RESOURCELIBID_ANIM" val="460"/>
</p:tagLst>
</file>

<file path=ppt/tags/tag27.xml><?xml version="1.0" encoding="utf-8"?>
<p:tagLst xmlns:p="http://schemas.openxmlformats.org/presentationml/2006/main">
  <p:tag name="PA" val="v5.2.7"/>
  <p:tag name="RESOURCELIBID_ANIM" val="460"/>
</p:tagLst>
</file>

<file path=ppt/tags/tag28.xml><?xml version="1.0" encoding="utf-8"?>
<p:tagLst xmlns:p="http://schemas.openxmlformats.org/presentationml/2006/main">
  <p:tag name="PA" val="v5.2.7"/>
  <p:tag name="RESOURCELIBID_ANIM" val="460"/>
</p:tagLst>
</file>

<file path=ppt/tags/tag29.xml><?xml version="1.0" encoding="utf-8"?>
<p:tagLst xmlns:p="http://schemas.openxmlformats.org/presentationml/2006/main">
  <p:tag name="PA" val="v5.2.7"/>
  <p:tag name="RESOURCELIBID_ANIM" val="460"/>
</p:tagLst>
</file>

<file path=ppt/tags/tag30.xml><?xml version="1.0" encoding="utf-8"?>
<p:tagLst xmlns:p="http://schemas.openxmlformats.org/presentationml/2006/main">
  <p:tag name="PA" val="v5.2.7"/>
  <p:tag name="RESOURCELIBID_ANIM" val="460"/>
</p:tagLst>
</file>

<file path=ppt/tags/tag31.xml><?xml version="1.0" encoding="utf-8"?>
<p:tagLst xmlns:p="http://schemas.openxmlformats.org/presentationml/2006/main">
  <p:tag name="PA" val="v5.2.7"/>
  <p:tag name="RESOURCELIBID_ANIM" val="460"/>
</p:tagLst>
</file>

<file path=ppt/tags/tag32.xml><?xml version="1.0" encoding="utf-8"?>
<p:tagLst xmlns:p="http://schemas.openxmlformats.org/presentationml/2006/main">
  <p:tag name="PA" val="v5.2.7"/>
  <p:tag name="RESOURCELIBID_ANIM" val="460"/>
</p:tagLst>
</file>

<file path=ppt/tags/tag33.xml><?xml version="1.0" encoding="utf-8"?>
<p:tagLst xmlns:p="http://schemas.openxmlformats.org/presentationml/2006/main">
  <p:tag name="PA" val="v5.2.7"/>
  <p:tag name="RESOURCELIBID_ANIM" val="460"/>
</p:tagLst>
</file>

<file path=ppt/tags/tag34.xml><?xml version="1.0" encoding="utf-8"?>
<p:tagLst xmlns:p="http://schemas.openxmlformats.org/presentationml/2006/main">
  <p:tag name="PA" val="v5.2.7"/>
  <p:tag name="RESOURCELIBID_ANIM" val="460"/>
</p:tagLst>
</file>

<file path=ppt/tags/tag35.xml><?xml version="1.0" encoding="utf-8"?>
<p:tagLst xmlns:p="http://schemas.openxmlformats.org/presentationml/2006/main">
  <p:tag name="PA" val="v5.2.7"/>
  <p:tag name="RESOURCELIBID_ANIM" val="460"/>
</p:tagLst>
</file>

<file path=ppt/tags/tag36.xml><?xml version="1.0" encoding="utf-8"?>
<p:tagLst xmlns:p="http://schemas.openxmlformats.org/presentationml/2006/main">
  <p:tag name="MH" val="20170719143502"/>
  <p:tag name="MH_LIBRARY" val="GRAPHIC"/>
  <p:tag name="MH_TYPE" val="SubTitle"/>
  <p:tag name="MH_ORDER" val="1"/>
</p:tagLst>
</file>

<file path=ppt/tags/tag37.xml><?xml version="1.0" encoding="utf-8"?>
<p:tagLst xmlns:p="http://schemas.openxmlformats.org/presentationml/2006/main">
  <p:tag name="MH" val="20170719143502"/>
  <p:tag name="MH_LIBRARY" val="GRAPHIC"/>
  <p:tag name="MH_TYPE" val="Other"/>
  <p:tag name="MH_ORDER" val="1"/>
</p:tagLst>
</file>

<file path=ppt/tags/tag38.xml><?xml version="1.0" encoding="utf-8"?>
<p:tagLst xmlns:p="http://schemas.openxmlformats.org/presentationml/2006/main">
  <p:tag name="MH" val="20170719143502"/>
  <p:tag name="MH_LIBRARY" val="GRAPHIC"/>
  <p:tag name="MH_TYPE" val="SubTitle"/>
  <p:tag name="MH_ORDER" val="2"/>
</p:tagLst>
</file>

<file path=ppt/tags/tag39.xml><?xml version="1.0" encoding="utf-8"?>
<p:tagLst xmlns:p="http://schemas.openxmlformats.org/presentationml/2006/main">
  <p:tag name="MH" val="20170719143502"/>
  <p:tag name="MH_LIBRARY" val="GRAPHIC"/>
  <p:tag name="MH_TYPE" val="Other"/>
  <p:tag name="MH_ORDER" val="2"/>
</p:tagLst>
</file>

<file path=ppt/tags/tag40.xml><?xml version="1.0" encoding="utf-8"?>
<p:tagLst xmlns:p="http://schemas.openxmlformats.org/presentationml/2006/main">
  <p:tag name="MH" val="20170719143502"/>
  <p:tag name="MH_LIBRARY" val="GRAPHIC"/>
  <p:tag name="MH_TYPE" val="SubTitle"/>
  <p:tag name="MH_ORDER" val="3"/>
</p:tagLst>
</file>

<file path=ppt/tags/tag41.xml><?xml version="1.0" encoding="utf-8"?>
<p:tagLst xmlns:p="http://schemas.openxmlformats.org/presentationml/2006/main">
  <p:tag name="MH" val="20170719143502"/>
  <p:tag name="MH_LIBRARY" val="GRAPHIC"/>
  <p:tag name="MH_TYPE" val="Other"/>
  <p:tag name="MH_ORDER" val="3"/>
</p:tagLst>
</file>

<file path=ppt/tags/tag42.xml><?xml version="1.0" encoding="utf-8"?>
<p:tagLst xmlns:p="http://schemas.openxmlformats.org/presentationml/2006/main">
  <p:tag name="PA" val="v3.2.0"/>
</p:tagLst>
</file>

<file path=ppt/tags/tag43.xml><?xml version="1.0" encoding="utf-8"?>
<p:tagLst xmlns:p="http://schemas.openxmlformats.org/presentationml/2006/main">
  <p:tag name="PA" val="v3.2.0"/>
</p:tagLst>
</file>

<file path=ppt/tags/tag44.xml><?xml version="1.0" encoding="utf-8"?>
<p:tagLst xmlns:p="http://schemas.openxmlformats.org/presentationml/2006/main">
  <p:tag name="MH" val="20170719143502"/>
  <p:tag name="MH_LIBRARY" val="GRAPHIC"/>
  <p:tag name="MH_TYPE" val="SubTitle"/>
  <p:tag name="MH_ORDER" val="3"/>
</p:tagLst>
</file>

<file path=ppt/tags/tag45.xml><?xml version="1.0" encoding="utf-8"?>
<p:tagLst xmlns:p="http://schemas.openxmlformats.org/presentationml/2006/main">
  <p:tag name="MH" val="20170719143502"/>
  <p:tag name="MH_LIBRARY" val="GRAPHIC"/>
  <p:tag name="MH_TYPE" val="Other"/>
  <p:tag name="MH_ORDER" val="3"/>
</p:tagLst>
</file>

<file path=ppt/tags/tag46.xml><?xml version="1.0" encoding="utf-8"?>
<p:tagLst xmlns:p="http://schemas.openxmlformats.org/presentationml/2006/main">
  <p:tag name="PA" val="v5.2.7"/>
  <p:tag name="RESOURCELIBID_ANIM" val="460"/>
</p:tagLst>
</file>

<file path=ppt/tags/tag47.xml><?xml version="1.0" encoding="utf-8"?>
<p:tagLst xmlns:p="http://schemas.openxmlformats.org/presentationml/2006/main">
  <p:tag name="PA" val="v5.2.7"/>
  <p:tag name="RESOURCELIBID_ANIM" val="460"/>
</p:tagLst>
</file>

<file path=ppt/tags/tag48.xml><?xml version="1.0" encoding="utf-8"?>
<p:tagLst xmlns:p="http://schemas.openxmlformats.org/presentationml/2006/main">
  <p:tag name="PA" val="v5.2.7"/>
  <p:tag name="RESOURCELIBID_ANIM" val="460"/>
</p:tagLst>
</file>

<file path=ppt/tags/tag49.xml><?xml version="1.0" encoding="utf-8"?>
<p:tagLst xmlns:p="http://schemas.openxmlformats.org/presentationml/2006/main">
  <p:tag name="PA" val="v5.2.7"/>
  <p:tag name="RESOURCELIBID_ANIM" val="460"/>
</p:tagLst>
</file>

<file path=ppt/tags/tag50.xml><?xml version="1.0" encoding="utf-8"?>
<p:tagLst xmlns:p="http://schemas.openxmlformats.org/presentationml/2006/main">
  <p:tag name="PA" val="v5.2.7"/>
  <p:tag name="RESOURCELIBID_ANIM" val="460"/>
</p:tagLst>
</file>

<file path=ppt/tags/tag51.xml><?xml version="1.0" encoding="utf-8"?>
<p:tagLst xmlns:p="http://schemas.openxmlformats.org/presentationml/2006/main">
  <p:tag name="PA" val="v5.2.7"/>
  <p:tag name="RESOURCELIBID_ANIM" val="460"/>
</p:tagLst>
</file>

<file path=ppt/tags/tag52.xml><?xml version="1.0" encoding="utf-8"?>
<p:tagLst xmlns:p="http://schemas.openxmlformats.org/presentationml/2006/main">
  <p:tag name="PA" val="v5.2.7"/>
  <p:tag name="RESOURCELIBID_ANIM" val="460"/>
</p:tagLst>
</file>

<file path=ppt/tags/tag53.xml><?xml version="1.0" encoding="utf-8"?>
<p:tagLst xmlns:p="http://schemas.openxmlformats.org/presentationml/2006/main">
  <p:tag name="PA" val="v5.2.7"/>
  <p:tag name="RESOURCELIBID_ANIM" val="460"/>
</p:tagLst>
</file>

<file path=ppt/tags/tag54.xml><?xml version="1.0" encoding="utf-8"?>
<p:tagLst xmlns:p="http://schemas.openxmlformats.org/presentationml/2006/main">
  <p:tag name="PA" val="v5.2.7"/>
  <p:tag name="RESOURCELIBID_ANIM" val="460"/>
</p:tagLst>
</file>

<file path=ppt/tags/tag55.xml><?xml version="1.0" encoding="utf-8"?>
<p:tagLst xmlns:p="http://schemas.openxmlformats.org/presentationml/2006/main">
  <p:tag name="PA" val="v5.2.7"/>
  <p:tag name="RESOURCELIBID_ANIM" val="460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1"/>
  <p:tag name="KSO_WM_UNIT_ID" val="diagram160476_3*m_i*1_1"/>
  <p:tag name="KSO_WM_TEMPLATE_CATEGORY" val="diagram"/>
  <p:tag name="KSO_WM_TEMPLATE_INDEX" val="160476"/>
  <p:tag name="KSO_WM_UNIT_LAYERLEVEL" val="1_1"/>
  <p:tag name="KSO_WM_TAG_VERSION" val="1.0"/>
  <p:tag name="KSO_WM_BEAUTIFY_FLAG" val="#wm#"/>
  <p:tag name="KSO_WM_UNIT_LINE_FORE_SCHEMECOLOR_INDEX" val="6"/>
  <p:tag name="KSO_WM_UNIT_LINE_FILL_TYPE" val="2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160476_3*m_h_i*1_1_1"/>
  <p:tag name="KSO_WM_TEMPLATE_CATEGORY" val="diagram"/>
  <p:tag name="KSO_WM_TEMPLATE_INDEX" val="160476"/>
  <p:tag name="KSO_WM_UNIT_LAYERLEVEL" val="1_1_1"/>
  <p:tag name="KSO_WM_TAG_VERSION" val="1.0"/>
  <p:tag name="KSO_WM_BEAUTIFY_FLAG" val="#wm#"/>
  <p:tag name="KSO_WM_UNIT_LINE_FORE_SCHEMECOLOR_INDEX" val="6"/>
  <p:tag name="KSO_WM_UNIT_LINE_FILL_TYPE" val="2"/>
</p:tagLst>
</file>

<file path=ppt/tags/tag58.xml><?xml version="1.0" encoding="utf-8"?>
<p:tagLst xmlns:p="http://schemas.openxmlformats.org/presentationml/2006/main">
  <p:tag name="KSO_WM_UNIT_SUBTYPE" val="a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160476_3*m_h_f*1_1_1"/>
  <p:tag name="KSO_WM_TEMPLATE_CATEGORY" val="diagram"/>
  <p:tag name="KSO_WM_TEMPLATE_INDEX" val="160476"/>
  <p:tag name="KSO_WM_UNIT_LAYERLEVEL" val="1_1_1"/>
  <p:tag name="KSO_WM_TAG_VERSION" val="1.0"/>
  <p:tag name="KSO_WM_BEAUTIFY_FLAG" val="#wm#"/>
  <p:tag name="KSO_WM_UNIT_PRESET_TEXT" val="添加标题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160476_3*m_h_i*1_2_1"/>
  <p:tag name="KSO_WM_TEMPLATE_CATEGORY" val="diagram"/>
  <p:tag name="KSO_WM_TEMPLATE_INDEX" val="160476"/>
  <p:tag name="KSO_WM_UNIT_LAYERLEVEL" val="1_1_1"/>
  <p:tag name="KSO_WM_TAG_VERSION" val="1.0"/>
  <p:tag name="KSO_WM_BEAUTIFY_FLAG" val="#wm#"/>
  <p:tag name="KSO_WM_UNIT_LINE_FORE_SCHEMECOLOR_INDEX" val="6"/>
  <p:tag name="KSO_WM_UNIT_LINE_FILL_TYPE" val="2"/>
</p:tagLst>
</file>

<file path=ppt/tags/tag60.xml><?xml version="1.0" encoding="utf-8"?>
<p:tagLst xmlns:p="http://schemas.openxmlformats.org/presentationml/2006/main">
  <p:tag name="KSO_WM_UNIT_SUBTYPE" val="a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160476_3*m_h_f*1_2_1"/>
  <p:tag name="KSO_WM_TEMPLATE_CATEGORY" val="diagram"/>
  <p:tag name="KSO_WM_TEMPLATE_INDEX" val="160476"/>
  <p:tag name="KSO_WM_UNIT_LAYERLEVEL" val="1_1_1"/>
  <p:tag name="KSO_WM_TAG_VERSION" val="1.0"/>
  <p:tag name="KSO_WM_BEAUTIFY_FLAG" val="#wm#"/>
  <p:tag name="KSO_WM_UNIT_PRESET_TEXT" val="添加标题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2"/>
  <p:tag name="KSO_WM_UNIT_ID" val="diagram160476_3*m_h_i*1_1_2"/>
  <p:tag name="KSO_WM_TEMPLATE_CATEGORY" val="diagram"/>
  <p:tag name="KSO_WM_TEMPLATE_INDEX" val="160476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4"/>
  <p:tag name="KSO_WM_UNIT_TEXT_FILL_TYPE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2"/>
  <p:tag name="KSO_WM_UNIT_ID" val="diagram160476_3*m_h_i*1_2_2"/>
  <p:tag name="KSO_WM_TEMPLATE_CATEGORY" val="diagram"/>
  <p:tag name="KSO_WM_TEMPLATE_INDEX" val="160476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4"/>
  <p:tag name="KSO_WM_UNIT_TEXT_FILL_TYPE" val="1"/>
</p:tagLst>
</file>

<file path=ppt/tags/tag63.xml><?xml version="1.0" encoding="utf-8"?>
<p:tagLst xmlns:p="http://schemas.openxmlformats.org/presentationml/2006/main">
  <p:tag name="PA" val="v5.2.7"/>
  <p:tag name="RESOURCELIBID_ANIM" val="460"/>
</p:tagLst>
</file>

<file path=ppt/tags/tag64.xml><?xml version="1.0" encoding="utf-8"?>
<p:tagLst xmlns:p="http://schemas.openxmlformats.org/presentationml/2006/main">
  <p:tag name="PA" val="v5.2.7"/>
  <p:tag name="RESOURCELIBID_ANIM" val="460"/>
</p:tagLst>
</file>

<file path=ppt/tags/tag65.xml><?xml version="1.0" encoding="utf-8"?>
<p:tagLst xmlns:p="http://schemas.openxmlformats.org/presentationml/2006/main">
  <p:tag name="PA" val="v5.2.7"/>
  <p:tag name="RESOURCELIBID_ANIM" val="460"/>
</p:tagLst>
</file>

<file path=ppt/tags/tag66.xml><?xml version="1.0" encoding="utf-8"?>
<p:tagLst xmlns:p="http://schemas.openxmlformats.org/presentationml/2006/main">
  <p:tag name="PA" val="v5.2.7"/>
  <p:tag name="RESOURCELIBID_ANIM" val="460"/>
</p:tagLst>
</file>

<file path=ppt/tags/tag67.xml><?xml version="1.0" encoding="utf-8"?>
<p:tagLst xmlns:p="http://schemas.openxmlformats.org/presentationml/2006/main">
  <p:tag name="PA" val="v5.2.7"/>
  <p:tag name="RESOURCELIBID_ANIM" val="460"/>
</p:tagLst>
</file>

<file path=ppt/tags/tag68.xml><?xml version="1.0" encoding="utf-8"?>
<p:tagLst xmlns:p="http://schemas.openxmlformats.org/presentationml/2006/main">
  <p:tag name="PA" val="v5.2.7"/>
  <p:tag name="RESOURCELIBID_ANIM" val="460"/>
</p:tagLst>
</file>

<file path=ppt/tags/tag69.xml><?xml version="1.0" encoding="utf-8"?>
<p:tagLst xmlns:p="http://schemas.openxmlformats.org/presentationml/2006/main">
  <p:tag name="PA" val="v5.2.7"/>
  <p:tag name="RESOURCELIBID_ANIM" val="460"/>
</p:tagLst>
</file>

<file path=ppt/tags/tag70.xml><?xml version="1.0" encoding="utf-8"?>
<p:tagLst xmlns:p="http://schemas.openxmlformats.org/presentationml/2006/main">
  <p:tag name="PA" val="v5.2.7"/>
  <p:tag name="RESOURCELIBID_ANIM" val="460"/>
</p:tagLst>
</file>

<file path=ppt/tags/tag71.xml><?xml version="1.0" encoding="utf-8"?>
<p:tagLst xmlns:p="http://schemas.openxmlformats.org/presentationml/2006/main">
  <p:tag name="PA" val="v5.2.7"/>
  <p:tag name="RESOURCELIBID_ANIM" val="460"/>
</p:tagLst>
</file>

<file path=ppt/tags/tag72.xml><?xml version="1.0" encoding="utf-8"?>
<p:tagLst xmlns:p="http://schemas.openxmlformats.org/presentationml/2006/main">
  <p:tag name="PA" val="v5.2.7"/>
  <p:tag name="RESOURCELIBID_ANIM" val="460"/>
</p:tagLst>
</file>

<file path=ppt/tags/tag73.xml><?xml version="1.0" encoding="utf-8"?>
<p:tagLst xmlns:p="http://schemas.openxmlformats.org/presentationml/2006/main">
  <p:tag name="PA" val="v5.2.7"/>
  <p:tag name="RESOURCELIBID_ANIM" val="460"/>
</p:tagLst>
</file>

<file path=ppt/tags/tag74.xml><?xml version="1.0" encoding="utf-8"?>
<p:tagLst xmlns:p="http://schemas.openxmlformats.org/presentationml/2006/main">
  <p:tag name="PA" val="v5.2.7"/>
  <p:tag name="RESOURCELIBID_ANIM" val="460"/>
</p:tagLst>
</file>

<file path=ppt/tags/tag75.xml><?xml version="1.0" encoding="utf-8"?>
<p:tagLst xmlns:p="http://schemas.openxmlformats.org/presentationml/2006/main">
  <p:tag name="PA" val="v5.2.7"/>
  <p:tag name="RESOURCELIBID_ANIM" val="460"/>
</p:tagLst>
</file>

<file path=ppt/tags/tag76.xml><?xml version="1.0" encoding="utf-8"?>
<p:tagLst xmlns:p="http://schemas.openxmlformats.org/presentationml/2006/main">
  <p:tag name="PA" val="v5.2.7"/>
  <p:tag name="RESOURCELIBID_ANIM" val="460"/>
</p:tagLst>
</file>

<file path=ppt/tags/tag77.xml><?xml version="1.0" encoding="utf-8"?>
<p:tagLst xmlns:p="http://schemas.openxmlformats.org/presentationml/2006/main">
  <p:tag name="PA" val="v5.2.7"/>
  <p:tag name="RESOURCELIBID_ANIM" val="460"/>
</p:tagLst>
</file>

<file path=ppt/tags/tag78.xml><?xml version="1.0" encoding="utf-8"?>
<p:tagLst xmlns:p="http://schemas.openxmlformats.org/presentationml/2006/main">
  <p:tag name="PA" val="v5.2.7"/>
  <p:tag name="RESOURCELIBID_ANIM" val="460"/>
</p:tagLst>
</file>

<file path=ppt/tags/tag79.xml><?xml version="1.0" encoding="utf-8"?>
<p:tagLst xmlns:p="http://schemas.openxmlformats.org/presentationml/2006/main">
  <p:tag name="PA" val="v5.2.7"/>
  <p:tag name="RESOURCELIBID_ANIM" val="460"/>
</p:tagLst>
</file>

<file path=ppt/tags/tag80.xml><?xml version="1.0" encoding="utf-8"?>
<p:tagLst xmlns:p="http://schemas.openxmlformats.org/presentationml/2006/main">
  <p:tag name="PA" val="v5.2.7"/>
  <p:tag name="RESOURCELIBID_ANIM" val="460"/>
</p:tagLst>
</file>

<file path=ppt/tags/tag81.xml><?xml version="1.0" encoding="utf-8"?>
<p:tagLst xmlns:p="http://schemas.openxmlformats.org/presentationml/2006/main">
  <p:tag name="PA" val="v5.2.7"/>
  <p:tag name="RESOURCELIBID_ANIM" val="460"/>
</p:tagLst>
</file>

<file path=ppt/tags/tag82.xml><?xml version="1.0" encoding="utf-8"?>
<p:tagLst xmlns:p="http://schemas.openxmlformats.org/presentationml/2006/main">
  <p:tag name="PA" val="v5.2.7"/>
  <p:tag name="RESOURCELIBID_ANIM" val="460"/>
</p:tagLst>
</file>

<file path=ppt/tags/tag83.xml><?xml version="1.0" encoding="utf-8"?>
<p:tagLst xmlns:p="http://schemas.openxmlformats.org/presentationml/2006/main">
  <p:tag name="PA" val="v5.2.7"/>
  <p:tag name="RESOURCELIBID_ANIM" val="460"/>
</p:tagLst>
</file>

<file path=ppt/tags/tag84.xml><?xml version="1.0" encoding="utf-8"?>
<p:tagLst xmlns:p="http://schemas.openxmlformats.org/presentationml/2006/main">
  <p:tag name="commondata" val="eyJoZGlkIjoiOTVhMDEyNTNmYTU0ODE2ZWE1NmRmMGZjMTUzNmU1YzEifQ==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29266</Words>
  <Application>WPS 演示</Application>
  <PresentationFormat>自定义</PresentationFormat>
  <Paragraphs>2345</Paragraphs>
  <Slides>216</Slides>
  <Notes>216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216</vt:i4>
      </vt:variant>
    </vt:vector>
  </HeadingPairs>
  <TitlesOfParts>
    <vt:vector size="239" baseType="lpstr">
      <vt:lpstr>Arial</vt:lpstr>
      <vt:lpstr>宋体</vt:lpstr>
      <vt:lpstr>Wingdings</vt:lpstr>
      <vt:lpstr>微软雅黑</vt:lpstr>
      <vt:lpstr>思源黑体 CN Medium</vt:lpstr>
      <vt:lpstr>黑体</vt:lpstr>
      <vt:lpstr>字魂58号-创中黑</vt:lpstr>
      <vt:lpstr>Source Han Sans K Bold</vt:lpstr>
      <vt:lpstr>Calibri</vt:lpstr>
      <vt:lpstr>U.S. 101</vt:lpstr>
      <vt:lpstr>Roboto</vt:lpstr>
      <vt:lpstr>Open Sans Light</vt:lpstr>
      <vt:lpstr>Segoe Print</vt:lpstr>
      <vt:lpstr>Times New Roman</vt:lpstr>
      <vt:lpstr>字魂105号-简雅黑</vt:lpstr>
      <vt:lpstr>Arial Unicode MS</vt:lpstr>
      <vt:lpstr>Lato Light</vt:lpstr>
      <vt:lpstr>思源黑体 CN Regular</vt:lpstr>
      <vt:lpstr>思源黑体 CN Normal</vt:lpstr>
      <vt:lpstr>Yu Gothic UI Semibold</vt:lpstr>
      <vt:lpstr>webwppDefTheme</vt:lpstr>
      <vt:lpstr>Office 主题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风涌泉</cp:lastModifiedBy>
  <cp:revision>5908</cp:revision>
  <dcterms:created xsi:type="dcterms:W3CDTF">2020-11-09T06:56:00Z</dcterms:created>
  <dcterms:modified xsi:type="dcterms:W3CDTF">2024-09-02T08:25:22Z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2052-12.1.0.17147</vt:lpwstr>
  </property>
  <property fmtid="{D5CDD505-2E9C-101B-9397-08002B2CF9AE}" pid="3" name="ICV">
    <vt:lpwstr>447B87F99BE84630A2C1BD7B865E7293_12</vt:lpwstr>
  </property>
</Properties>
</file>